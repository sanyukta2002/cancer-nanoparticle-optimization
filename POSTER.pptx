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3"/>
  </p:notesMasterIdLst>
  <p:sldIdLst>
    <p:sldId id="256" r:id="rId2"/>
  </p:sldIdLst>
  <p:sldSz cx="32918400" cy="219456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792">
          <p15:clr>
            <a:srgbClr val="A4A3A4"/>
          </p15:clr>
        </p15:guide>
        <p15:guide id="2" pos="10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0B392DE-2E5D-4612-884E-752FF7D28832}">
  <a:tblStyle styleId="{C0B392DE-2E5D-4612-884E-752FF7D2883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7" d="100"/>
          <a:sy n="27" d="100"/>
        </p:scale>
        <p:origin x="1061" y="168"/>
      </p:cViewPr>
      <p:guideLst>
        <p:guide orient="horz" pos="6792"/>
        <p:guide pos="103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4992"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992"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992"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992"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992"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992"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992"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992"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4992"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992"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992"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992"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992"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992"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992"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992"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1037"/>
              </a:spcBef>
              <a:spcAft>
                <a:spcPts val="0"/>
              </a:spcAft>
              <a:buSzPts val="1400"/>
              <a:buNone/>
              <a:defRPr sz="3456" b="0" i="0" u="none" strike="noStrike" cap="none">
                <a:solidFill>
                  <a:schemeClr val="dk1"/>
                </a:solidFill>
                <a:latin typeface="Calibri"/>
                <a:ea typeface="Calibri"/>
                <a:cs typeface="Calibri"/>
                <a:sym typeface="Calibri"/>
              </a:defRPr>
            </a:lvl1pPr>
            <a:lvl2pPr marL="914400" marR="0" lvl="1" indent="-228600" algn="l" rtl="0">
              <a:spcBef>
                <a:spcPts val="1037"/>
              </a:spcBef>
              <a:spcAft>
                <a:spcPts val="0"/>
              </a:spcAft>
              <a:buSzPts val="1400"/>
              <a:buNone/>
              <a:defRPr sz="3456" b="0" i="0" u="none" strike="noStrike" cap="none">
                <a:solidFill>
                  <a:schemeClr val="dk1"/>
                </a:solidFill>
                <a:latin typeface="Calibri"/>
                <a:ea typeface="Calibri"/>
                <a:cs typeface="Calibri"/>
                <a:sym typeface="Calibri"/>
              </a:defRPr>
            </a:lvl2pPr>
            <a:lvl3pPr marL="1371600" marR="0" lvl="2" indent="-228600" algn="l" rtl="0">
              <a:spcBef>
                <a:spcPts val="1037"/>
              </a:spcBef>
              <a:spcAft>
                <a:spcPts val="0"/>
              </a:spcAft>
              <a:buSzPts val="1400"/>
              <a:buNone/>
              <a:defRPr sz="3456" b="0" i="0" u="none" strike="noStrike" cap="none">
                <a:solidFill>
                  <a:schemeClr val="dk1"/>
                </a:solidFill>
                <a:latin typeface="Calibri"/>
                <a:ea typeface="Calibri"/>
                <a:cs typeface="Calibri"/>
                <a:sym typeface="Calibri"/>
              </a:defRPr>
            </a:lvl3pPr>
            <a:lvl4pPr marL="1828800" marR="0" lvl="3" indent="-228600" algn="l" rtl="0">
              <a:spcBef>
                <a:spcPts val="1037"/>
              </a:spcBef>
              <a:spcAft>
                <a:spcPts val="0"/>
              </a:spcAft>
              <a:buSzPts val="1400"/>
              <a:buNone/>
              <a:defRPr sz="3456" b="0" i="0" u="none" strike="noStrike" cap="none">
                <a:solidFill>
                  <a:schemeClr val="dk1"/>
                </a:solidFill>
                <a:latin typeface="Calibri"/>
                <a:ea typeface="Calibri"/>
                <a:cs typeface="Calibri"/>
                <a:sym typeface="Calibri"/>
              </a:defRPr>
            </a:lvl4pPr>
            <a:lvl5pPr marL="2286000" marR="0" lvl="4" indent="-228600" algn="l" rtl="0">
              <a:spcBef>
                <a:spcPts val="1037"/>
              </a:spcBef>
              <a:spcAft>
                <a:spcPts val="0"/>
              </a:spcAft>
              <a:buSzPts val="1400"/>
              <a:buNone/>
              <a:defRPr sz="3456"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3456"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4992"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992"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992"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992"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992"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992"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992"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992"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1037"/>
              </a:spcBef>
              <a:spcAft>
                <a:spcPts val="0"/>
              </a:spcAft>
              <a:buNone/>
            </a:pPr>
            <a:endParaRPr/>
          </a:p>
        </p:txBody>
      </p:sp>
      <p:sp>
        <p:nvSpPr>
          <p:cNvPr id="92" name="Google Shape;92;p3: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122150" y="3176853"/>
            <a:ext cx="30674100" cy="87579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19900"/>
              <a:buNone/>
              <a:defRPr sz="19900"/>
            </a:lvl1pPr>
            <a:lvl2pPr lvl="1" algn="ctr">
              <a:spcBef>
                <a:spcPts val="0"/>
              </a:spcBef>
              <a:spcAft>
                <a:spcPts val="0"/>
              </a:spcAft>
              <a:buSzPts val="19900"/>
              <a:buNone/>
              <a:defRPr sz="19900"/>
            </a:lvl2pPr>
            <a:lvl3pPr lvl="2" algn="ctr">
              <a:spcBef>
                <a:spcPts val="0"/>
              </a:spcBef>
              <a:spcAft>
                <a:spcPts val="0"/>
              </a:spcAft>
              <a:buSzPts val="19900"/>
              <a:buNone/>
              <a:defRPr sz="19900"/>
            </a:lvl3pPr>
            <a:lvl4pPr lvl="3" algn="ctr">
              <a:spcBef>
                <a:spcPts val="0"/>
              </a:spcBef>
              <a:spcAft>
                <a:spcPts val="0"/>
              </a:spcAft>
              <a:buSzPts val="19900"/>
              <a:buNone/>
              <a:defRPr sz="19900"/>
            </a:lvl4pPr>
            <a:lvl5pPr lvl="4" algn="ctr">
              <a:spcBef>
                <a:spcPts val="0"/>
              </a:spcBef>
              <a:spcAft>
                <a:spcPts val="0"/>
              </a:spcAft>
              <a:buSzPts val="19900"/>
              <a:buNone/>
              <a:defRPr sz="19900"/>
            </a:lvl5pPr>
            <a:lvl6pPr lvl="5" algn="ctr">
              <a:spcBef>
                <a:spcPts val="0"/>
              </a:spcBef>
              <a:spcAft>
                <a:spcPts val="0"/>
              </a:spcAft>
              <a:buSzPts val="19900"/>
              <a:buNone/>
              <a:defRPr sz="19900"/>
            </a:lvl6pPr>
            <a:lvl7pPr lvl="6" algn="ctr">
              <a:spcBef>
                <a:spcPts val="0"/>
              </a:spcBef>
              <a:spcAft>
                <a:spcPts val="0"/>
              </a:spcAft>
              <a:buSzPts val="19900"/>
              <a:buNone/>
              <a:defRPr sz="19900"/>
            </a:lvl7pPr>
            <a:lvl8pPr lvl="7" algn="ctr">
              <a:spcBef>
                <a:spcPts val="0"/>
              </a:spcBef>
              <a:spcAft>
                <a:spcPts val="0"/>
              </a:spcAft>
              <a:buSzPts val="19900"/>
              <a:buNone/>
              <a:defRPr sz="19900"/>
            </a:lvl8pPr>
            <a:lvl9pPr lvl="8" algn="ctr">
              <a:spcBef>
                <a:spcPts val="0"/>
              </a:spcBef>
              <a:spcAft>
                <a:spcPts val="0"/>
              </a:spcAft>
              <a:buSzPts val="19900"/>
              <a:buNone/>
              <a:defRPr sz="19900"/>
            </a:lvl9pPr>
          </a:lstStyle>
          <a:p>
            <a:endParaRPr/>
          </a:p>
        </p:txBody>
      </p:sp>
      <p:sp>
        <p:nvSpPr>
          <p:cNvPr id="15" name="Google Shape;15;p2"/>
          <p:cNvSpPr txBox="1">
            <a:spLocks noGrp="1"/>
          </p:cNvSpPr>
          <p:nvPr>
            <p:ph type="subTitle" idx="1"/>
          </p:nvPr>
        </p:nvSpPr>
        <p:spPr>
          <a:xfrm>
            <a:off x="1122120" y="12092267"/>
            <a:ext cx="30674100" cy="3381900"/>
          </a:xfrm>
          <a:prstGeom prst="rect">
            <a:avLst/>
          </a:prstGeom>
        </p:spPr>
        <p:txBody>
          <a:bodyPr spcFirstLastPara="1" wrap="square" lIns="349450" tIns="349450" rIns="349450" bIns="349450" anchor="t" anchorCtr="0">
            <a:normAutofit/>
          </a:bodyPr>
          <a:lstStyle>
            <a:lvl1pPr lvl="0" algn="ctr">
              <a:lnSpc>
                <a:spcPct val="100000"/>
              </a:lnSpc>
              <a:spcBef>
                <a:spcPts val="0"/>
              </a:spcBef>
              <a:spcAft>
                <a:spcPts val="0"/>
              </a:spcAft>
              <a:buSzPts val="10700"/>
              <a:buNone/>
              <a:defRPr sz="10700"/>
            </a:lvl1pPr>
            <a:lvl2pPr lvl="1" algn="ctr">
              <a:lnSpc>
                <a:spcPct val="100000"/>
              </a:lnSpc>
              <a:spcBef>
                <a:spcPts val="0"/>
              </a:spcBef>
              <a:spcAft>
                <a:spcPts val="0"/>
              </a:spcAft>
              <a:buSzPts val="10700"/>
              <a:buNone/>
              <a:defRPr sz="10700"/>
            </a:lvl2pPr>
            <a:lvl3pPr lvl="2" algn="ctr">
              <a:lnSpc>
                <a:spcPct val="100000"/>
              </a:lnSpc>
              <a:spcBef>
                <a:spcPts val="0"/>
              </a:spcBef>
              <a:spcAft>
                <a:spcPts val="0"/>
              </a:spcAft>
              <a:buSzPts val="10700"/>
              <a:buNone/>
              <a:defRPr sz="10700"/>
            </a:lvl3pPr>
            <a:lvl4pPr lvl="3" algn="ctr">
              <a:lnSpc>
                <a:spcPct val="100000"/>
              </a:lnSpc>
              <a:spcBef>
                <a:spcPts val="0"/>
              </a:spcBef>
              <a:spcAft>
                <a:spcPts val="0"/>
              </a:spcAft>
              <a:buSzPts val="10700"/>
              <a:buNone/>
              <a:defRPr sz="10700"/>
            </a:lvl4pPr>
            <a:lvl5pPr lvl="4" algn="ctr">
              <a:lnSpc>
                <a:spcPct val="100000"/>
              </a:lnSpc>
              <a:spcBef>
                <a:spcPts val="0"/>
              </a:spcBef>
              <a:spcAft>
                <a:spcPts val="0"/>
              </a:spcAft>
              <a:buSzPts val="10700"/>
              <a:buNone/>
              <a:defRPr sz="10700"/>
            </a:lvl5pPr>
            <a:lvl6pPr lvl="5" algn="ctr">
              <a:lnSpc>
                <a:spcPct val="100000"/>
              </a:lnSpc>
              <a:spcBef>
                <a:spcPts val="0"/>
              </a:spcBef>
              <a:spcAft>
                <a:spcPts val="0"/>
              </a:spcAft>
              <a:buSzPts val="10700"/>
              <a:buNone/>
              <a:defRPr sz="10700"/>
            </a:lvl6pPr>
            <a:lvl7pPr lvl="6" algn="ctr">
              <a:lnSpc>
                <a:spcPct val="100000"/>
              </a:lnSpc>
              <a:spcBef>
                <a:spcPts val="0"/>
              </a:spcBef>
              <a:spcAft>
                <a:spcPts val="0"/>
              </a:spcAft>
              <a:buSzPts val="10700"/>
              <a:buNone/>
              <a:defRPr sz="10700"/>
            </a:lvl7pPr>
            <a:lvl8pPr lvl="7" algn="ctr">
              <a:lnSpc>
                <a:spcPct val="100000"/>
              </a:lnSpc>
              <a:spcBef>
                <a:spcPts val="0"/>
              </a:spcBef>
              <a:spcAft>
                <a:spcPts val="0"/>
              </a:spcAft>
              <a:buSzPts val="10700"/>
              <a:buNone/>
              <a:defRPr sz="10700"/>
            </a:lvl8pPr>
            <a:lvl9pPr lvl="8" algn="ctr">
              <a:lnSpc>
                <a:spcPct val="100000"/>
              </a:lnSpc>
              <a:spcBef>
                <a:spcPts val="0"/>
              </a:spcBef>
              <a:spcAft>
                <a:spcPts val="0"/>
              </a:spcAft>
              <a:buSzPts val="10700"/>
              <a:buNone/>
              <a:defRPr sz="10700"/>
            </a:lvl9pPr>
          </a:lstStyle>
          <a:p>
            <a:endParaRPr/>
          </a:p>
        </p:txBody>
      </p:sp>
      <p:sp>
        <p:nvSpPr>
          <p:cNvPr id="16" name="Google Shape;16;p2"/>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1122120" y="9176960"/>
            <a:ext cx="30674100" cy="3591600"/>
          </a:xfrm>
          <a:prstGeom prst="rect">
            <a:avLst/>
          </a:prstGeom>
        </p:spPr>
        <p:txBody>
          <a:bodyPr spcFirstLastPara="1" wrap="square" lIns="349450" tIns="349450" rIns="349450" bIns="349450" anchor="ctr" anchorCtr="0">
            <a:normAutofit/>
          </a:bodyPr>
          <a:lstStyle>
            <a:lvl1pPr lvl="0" algn="ctr">
              <a:spcBef>
                <a:spcPts val="0"/>
              </a:spcBef>
              <a:spcAft>
                <a:spcPts val="0"/>
              </a:spcAft>
              <a:buSzPts val="13800"/>
              <a:buNone/>
              <a:defRPr sz="13800"/>
            </a:lvl1pPr>
            <a:lvl2pPr lvl="1" algn="ctr">
              <a:spcBef>
                <a:spcPts val="0"/>
              </a:spcBef>
              <a:spcAft>
                <a:spcPts val="0"/>
              </a:spcAft>
              <a:buSzPts val="13800"/>
              <a:buNone/>
              <a:defRPr sz="13800"/>
            </a:lvl2pPr>
            <a:lvl3pPr lvl="2" algn="ctr">
              <a:spcBef>
                <a:spcPts val="0"/>
              </a:spcBef>
              <a:spcAft>
                <a:spcPts val="0"/>
              </a:spcAft>
              <a:buSzPts val="13800"/>
              <a:buNone/>
              <a:defRPr sz="13800"/>
            </a:lvl3pPr>
            <a:lvl4pPr lvl="3" algn="ctr">
              <a:spcBef>
                <a:spcPts val="0"/>
              </a:spcBef>
              <a:spcAft>
                <a:spcPts val="0"/>
              </a:spcAft>
              <a:buSzPts val="13800"/>
              <a:buNone/>
              <a:defRPr sz="13800"/>
            </a:lvl4pPr>
            <a:lvl5pPr lvl="4" algn="ctr">
              <a:spcBef>
                <a:spcPts val="0"/>
              </a:spcBef>
              <a:spcAft>
                <a:spcPts val="0"/>
              </a:spcAft>
              <a:buSzPts val="13800"/>
              <a:buNone/>
              <a:defRPr sz="13800"/>
            </a:lvl5pPr>
            <a:lvl6pPr lvl="5" algn="ctr">
              <a:spcBef>
                <a:spcPts val="0"/>
              </a:spcBef>
              <a:spcAft>
                <a:spcPts val="0"/>
              </a:spcAft>
              <a:buSzPts val="13800"/>
              <a:buNone/>
              <a:defRPr sz="13800"/>
            </a:lvl6pPr>
            <a:lvl7pPr lvl="6" algn="ctr">
              <a:spcBef>
                <a:spcPts val="0"/>
              </a:spcBef>
              <a:spcAft>
                <a:spcPts val="0"/>
              </a:spcAft>
              <a:buSzPts val="13800"/>
              <a:buNone/>
              <a:defRPr sz="13800"/>
            </a:lvl7pPr>
            <a:lvl8pPr lvl="7" algn="ctr">
              <a:spcBef>
                <a:spcPts val="0"/>
              </a:spcBef>
              <a:spcAft>
                <a:spcPts val="0"/>
              </a:spcAft>
              <a:buSzPts val="13800"/>
              <a:buNone/>
              <a:defRPr sz="13800"/>
            </a:lvl8pPr>
            <a:lvl9pPr lvl="8" algn="ctr">
              <a:spcBef>
                <a:spcPts val="0"/>
              </a:spcBef>
              <a:spcAft>
                <a:spcPts val="0"/>
              </a:spcAft>
              <a:buSzPts val="13800"/>
              <a:buNone/>
              <a:defRPr sz="13800"/>
            </a:lvl9pPr>
          </a:lstStyle>
          <a:p>
            <a:endParaRPr/>
          </a:p>
        </p:txBody>
      </p:sp>
      <p:sp>
        <p:nvSpPr>
          <p:cNvPr id="19" name="Google Shape;19;p3"/>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22" name="Google Shape;22;p4"/>
          <p:cNvSpPr txBox="1">
            <a:spLocks noGrp="1"/>
          </p:cNvSpPr>
          <p:nvPr>
            <p:ph type="body" idx="1"/>
          </p:nvPr>
        </p:nvSpPr>
        <p:spPr>
          <a:xfrm>
            <a:off x="1122120" y="4917227"/>
            <a:ext cx="30674100" cy="14576700"/>
          </a:xfrm>
          <a:prstGeom prst="rect">
            <a:avLst/>
          </a:prstGeom>
        </p:spPr>
        <p:txBody>
          <a:bodyPr spcFirstLastPara="1" wrap="square" lIns="349450" tIns="349450" rIns="349450" bIns="349450" anchor="t" anchorCtr="0">
            <a:normAutofit/>
          </a:bodyPr>
          <a:lstStyle>
            <a:lvl1pPr marL="457200" lvl="0" indent="-666750">
              <a:spcBef>
                <a:spcPts val="0"/>
              </a:spcBef>
              <a:spcAft>
                <a:spcPts val="0"/>
              </a:spcAft>
              <a:buSzPts val="6900"/>
              <a:buChar char="●"/>
              <a:defRPr/>
            </a:lvl1pPr>
            <a:lvl2pPr marL="914400" lvl="1" indent="-571500">
              <a:spcBef>
                <a:spcPts val="0"/>
              </a:spcBef>
              <a:spcAft>
                <a:spcPts val="0"/>
              </a:spcAft>
              <a:buSzPts val="5400"/>
              <a:buChar char="○"/>
              <a:defRPr/>
            </a:lvl2pPr>
            <a:lvl3pPr marL="1371600" lvl="2" indent="-571500">
              <a:spcBef>
                <a:spcPts val="0"/>
              </a:spcBef>
              <a:spcAft>
                <a:spcPts val="0"/>
              </a:spcAft>
              <a:buSzPts val="5400"/>
              <a:buChar char="■"/>
              <a:defRPr/>
            </a:lvl3pPr>
            <a:lvl4pPr marL="1828800" lvl="3" indent="-571500">
              <a:spcBef>
                <a:spcPts val="0"/>
              </a:spcBef>
              <a:spcAft>
                <a:spcPts val="0"/>
              </a:spcAft>
              <a:buSzPts val="5400"/>
              <a:buChar char="●"/>
              <a:defRPr/>
            </a:lvl4pPr>
            <a:lvl5pPr marL="2286000" lvl="4" indent="-571500">
              <a:spcBef>
                <a:spcPts val="0"/>
              </a:spcBef>
              <a:spcAft>
                <a:spcPts val="0"/>
              </a:spcAft>
              <a:buSzPts val="5400"/>
              <a:buChar char="○"/>
              <a:defRPr/>
            </a:lvl5pPr>
            <a:lvl6pPr marL="2743200" lvl="5" indent="-571500">
              <a:spcBef>
                <a:spcPts val="0"/>
              </a:spcBef>
              <a:spcAft>
                <a:spcPts val="0"/>
              </a:spcAft>
              <a:buSzPts val="5400"/>
              <a:buChar char="■"/>
              <a:defRPr/>
            </a:lvl6pPr>
            <a:lvl7pPr marL="3200400" lvl="6" indent="-571500">
              <a:spcBef>
                <a:spcPts val="0"/>
              </a:spcBef>
              <a:spcAft>
                <a:spcPts val="0"/>
              </a:spcAft>
              <a:buSzPts val="5400"/>
              <a:buChar char="●"/>
              <a:defRPr/>
            </a:lvl7pPr>
            <a:lvl8pPr marL="3657600" lvl="7" indent="-571500">
              <a:spcBef>
                <a:spcPts val="0"/>
              </a:spcBef>
              <a:spcAft>
                <a:spcPts val="0"/>
              </a:spcAft>
              <a:buSzPts val="5400"/>
              <a:buChar char="○"/>
              <a:defRPr/>
            </a:lvl8pPr>
            <a:lvl9pPr marL="4114800" lvl="8" indent="-571500">
              <a:spcBef>
                <a:spcPts val="0"/>
              </a:spcBef>
              <a:spcAft>
                <a:spcPts val="0"/>
              </a:spcAft>
              <a:buSzPts val="5400"/>
              <a:buChar char="■"/>
              <a:defRPr/>
            </a:lvl9pPr>
          </a:lstStyle>
          <a:p>
            <a:endParaRPr/>
          </a:p>
        </p:txBody>
      </p:sp>
      <p:sp>
        <p:nvSpPr>
          <p:cNvPr id="23" name="Google Shape;23;p4"/>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26" name="Google Shape;26;p5"/>
          <p:cNvSpPr txBox="1">
            <a:spLocks noGrp="1"/>
          </p:cNvSpPr>
          <p:nvPr>
            <p:ph type="body" idx="1"/>
          </p:nvPr>
        </p:nvSpPr>
        <p:spPr>
          <a:xfrm>
            <a:off x="1122120" y="4917227"/>
            <a:ext cx="14399700" cy="14576700"/>
          </a:xfrm>
          <a:prstGeom prst="rect">
            <a:avLst/>
          </a:prstGeom>
        </p:spPr>
        <p:txBody>
          <a:bodyPr spcFirstLastPara="1" wrap="square" lIns="349450" tIns="349450" rIns="349450" bIns="349450" anchor="t" anchorCtr="0">
            <a:normAutofit/>
          </a:bodyPr>
          <a:lstStyle>
            <a:lvl1pPr marL="457200" lvl="0" indent="-571500">
              <a:spcBef>
                <a:spcPts val="0"/>
              </a:spcBef>
              <a:spcAft>
                <a:spcPts val="0"/>
              </a:spcAft>
              <a:buSzPts val="5400"/>
              <a:buChar char="●"/>
              <a:defRPr sz="54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27" name="Google Shape;27;p5"/>
          <p:cNvSpPr txBox="1">
            <a:spLocks noGrp="1"/>
          </p:cNvSpPr>
          <p:nvPr>
            <p:ph type="body" idx="2"/>
          </p:nvPr>
        </p:nvSpPr>
        <p:spPr>
          <a:xfrm>
            <a:off x="17396640" y="4917227"/>
            <a:ext cx="14399700" cy="14576700"/>
          </a:xfrm>
          <a:prstGeom prst="rect">
            <a:avLst/>
          </a:prstGeom>
        </p:spPr>
        <p:txBody>
          <a:bodyPr spcFirstLastPara="1" wrap="square" lIns="349450" tIns="349450" rIns="349450" bIns="349450" anchor="t" anchorCtr="0">
            <a:normAutofit/>
          </a:bodyPr>
          <a:lstStyle>
            <a:lvl1pPr marL="457200" lvl="0" indent="-571500">
              <a:spcBef>
                <a:spcPts val="0"/>
              </a:spcBef>
              <a:spcAft>
                <a:spcPts val="0"/>
              </a:spcAft>
              <a:buSzPts val="5400"/>
              <a:buChar char="●"/>
              <a:defRPr sz="54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28" name="Google Shape;28;p5"/>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1122120" y="1898773"/>
            <a:ext cx="30674100" cy="2443500"/>
          </a:xfrm>
          <a:prstGeom prst="rect">
            <a:avLst/>
          </a:prstGeom>
        </p:spPr>
        <p:txBody>
          <a:bodyPr spcFirstLastPara="1" wrap="square" lIns="349450" tIns="349450" rIns="349450" bIns="349450" anchor="t" anchorCtr="0">
            <a:normAutofit/>
          </a:bodyPr>
          <a:lstStyle>
            <a:lvl1pPr lvl="0">
              <a:spcBef>
                <a:spcPts val="0"/>
              </a:spcBef>
              <a:spcAft>
                <a:spcPts val="0"/>
              </a:spcAft>
              <a:buSzPts val="10700"/>
              <a:buNone/>
              <a:defRPr/>
            </a:lvl1pPr>
            <a:lvl2pPr lvl="1">
              <a:spcBef>
                <a:spcPts val="0"/>
              </a:spcBef>
              <a:spcAft>
                <a:spcPts val="0"/>
              </a:spcAft>
              <a:buSzPts val="10700"/>
              <a:buNone/>
              <a:defRPr/>
            </a:lvl2pPr>
            <a:lvl3pPr lvl="2">
              <a:spcBef>
                <a:spcPts val="0"/>
              </a:spcBef>
              <a:spcAft>
                <a:spcPts val="0"/>
              </a:spcAft>
              <a:buSzPts val="10700"/>
              <a:buNone/>
              <a:defRPr/>
            </a:lvl3pPr>
            <a:lvl4pPr lvl="3">
              <a:spcBef>
                <a:spcPts val="0"/>
              </a:spcBef>
              <a:spcAft>
                <a:spcPts val="0"/>
              </a:spcAft>
              <a:buSzPts val="10700"/>
              <a:buNone/>
              <a:defRPr/>
            </a:lvl4pPr>
            <a:lvl5pPr lvl="4">
              <a:spcBef>
                <a:spcPts val="0"/>
              </a:spcBef>
              <a:spcAft>
                <a:spcPts val="0"/>
              </a:spcAft>
              <a:buSzPts val="10700"/>
              <a:buNone/>
              <a:defRPr/>
            </a:lvl5pPr>
            <a:lvl6pPr lvl="5">
              <a:spcBef>
                <a:spcPts val="0"/>
              </a:spcBef>
              <a:spcAft>
                <a:spcPts val="0"/>
              </a:spcAft>
              <a:buSzPts val="10700"/>
              <a:buNone/>
              <a:defRPr/>
            </a:lvl6pPr>
            <a:lvl7pPr lvl="6">
              <a:spcBef>
                <a:spcPts val="0"/>
              </a:spcBef>
              <a:spcAft>
                <a:spcPts val="0"/>
              </a:spcAft>
              <a:buSzPts val="10700"/>
              <a:buNone/>
              <a:defRPr/>
            </a:lvl7pPr>
            <a:lvl8pPr lvl="7">
              <a:spcBef>
                <a:spcPts val="0"/>
              </a:spcBef>
              <a:spcAft>
                <a:spcPts val="0"/>
              </a:spcAft>
              <a:buSzPts val="10700"/>
              <a:buNone/>
              <a:defRPr/>
            </a:lvl8pPr>
            <a:lvl9pPr lvl="8">
              <a:spcBef>
                <a:spcPts val="0"/>
              </a:spcBef>
              <a:spcAft>
                <a:spcPts val="0"/>
              </a:spcAft>
              <a:buSzPts val="10700"/>
              <a:buNone/>
              <a:defRPr/>
            </a:lvl9pPr>
          </a:lstStyle>
          <a:p>
            <a:endParaRPr/>
          </a:p>
        </p:txBody>
      </p:sp>
      <p:sp>
        <p:nvSpPr>
          <p:cNvPr id="31" name="Google Shape;31;p6"/>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1122120" y="2370560"/>
            <a:ext cx="10108800" cy="3224400"/>
          </a:xfrm>
          <a:prstGeom prst="rect">
            <a:avLst/>
          </a:prstGeom>
        </p:spPr>
        <p:txBody>
          <a:bodyPr spcFirstLastPara="1" wrap="square" lIns="349450" tIns="349450" rIns="349450" bIns="349450" anchor="b" anchorCtr="0">
            <a:normAutofit/>
          </a:bodyPr>
          <a:lstStyle>
            <a:lvl1pPr lvl="0">
              <a:spcBef>
                <a:spcPts val="0"/>
              </a:spcBef>
              <a:spcAft>
                <a:spcPts val="0"/>
              </a:spcAft>
              <a:buSzPts val="9200"/>
              <a:buNone/>
              <a:defRPr sz="9200"/>
            </a:lvl1pPr>
            <a:lvl2pPr lvl="1">
              <a:spcBef>
                <a:spcPts val="0"/>
              </a:spcBef>
              <a:spcAft>
                <a:spcPts val="0"/>
              </a:spcAft>
              <a:buSzPts val="9200"/>
              <a:buNone/>
              <a:defRPr sz="9200"/>
            </a:lvl2pPr>
            <a:lvl3pPr lvl="2">
              <a:spcBef>
                <a:spcPts val="0"/>
              </a:spcBef>
              <a:spcAft>
                <a:spcPts val="0"/>
              </a:spcAft>
              <a:buSzPts val="9200"/>
              <a:buNone/>
              <a:defRPr sz="9200"/>
            </a:lvl3pPr>
            <a:lvl4pPr lvl="3">
              <a:spcBef>
                <a:spcPts val="0"/>
              </a:spcBef>
              <a:spcAft>
                <a:spcPts val="0"/>
              </a:spcAft>
              <a:buSzPts val="9200"/>
              <a:buNone/>
              <a:defRPr sz="9200"/>
            </a:lvl4pPr>
            <a:lvl5pPr lvl="4">
              <a:spcBef>
                <a:spcPts val="0"/>
              </a:spcBef>
              <a:spcAft>
                <a:spcPts val="0"/>
              </a:spcAft>
              <a:buSzPts val="9200"/>
              <a:buNone/>
              <a:defRPr sz="9200"/>
            </a:lvl5pPr>
            <a:lvl6pPr lvl="5">
              <a:spcBef>
                <a:spcPts val="0"/>
              </a:spcBef>
              <a:spcAft>
                <a:spcPts val="0"/>
              </a:spcAft>
              <a:buSzPts val="9200"/>
              <a:buNone/>
              <a:defRPr sz="9200"/>
            </a:lvl6pPr>
            <a:lvl7pPr lvl="6">
              <a:spcBef>
                <a:spcPts val="0"/>
              </a:spcBef>
              <a:spcAft>
                <a:spcPts val="0"/>
              </a:spcAft>
              <a:buSzPts val="9200"/>
              <a:buNone/>
              <a:defRPr sz="9200"/>
            </a:lvl7pPr>
            <a:lvl8pPr lvl="7">
              <a:spcBef>
                <a:spcPts val="0"/>
              </a:spcBef>
              <a:spcAft>
                <a:spcPts val="0"/>
              </a:spcAft>
              <a:buSzPts val="9200"/>
              <a:buNone/>
              <a:defRPr sz="9200"/>
            </a:lvl8pPr>
            <a:lvl9pPr lvl="8">
              <a:spcBef>
                <a:spcPts val="0"/>
              </a:spcBef>
              <a:spcAft>
                <a:spcPts val="0"/>
              </a:spcAft>
              <a:buSzPts val="9200"/>
              <a:buNone/>
              <a:defRPr sz="9200"/>
            </a:lvl9pPr>
          </a:lstStyle>
          <a:p>
            <a:endParaRPr/>
          </a:p>
        </p:txBody>
      </p:sp>
      <p:sp>
        <p:nvSpPr>
          <p:cNvPr id="34" name="Google Shape;34;p7"/>
          <p:cNvSpPr txBox="1">
            <a:spLocks noGrp="1"/>
          </p:cNvSpPr>
          <p:nvPr>
            <p:ph type="body" idx="1"/>
          </p:nvPr>
        </p:nvSpPr>
        <p:spPr>
          <a:xfrm>
            <a:off x="1122120" y="5928960"/>
            <a:ext cx="10108800" cy="13565400"/>
          </a:xfrm>
          <a:prstGeom prst="rect">
            <a:avLst/>
          </a:prstGeom>
        </p:spPr>
        <p:txBody>
          <a:bodyPr spcFirstLastPara="1" wrap="square" lIns="349450" tIns="349450" rIns="349450" bIns="349450" anchor="t" anchorCtr="0">
            <a:normAutofit/>
          </a:bodyPr>
          <a:lstStyle>
            <a:lvl1pPr marL="457200" lvl="0" indent="-520700">
              <a:spcBef>
                <a:spcPts val="0"/>
              </a:spcBef>
              <a:spcAft>
                <a:spcPts val="0"/>
              </a:spcAft>
              <a:buSzPts val="4600"/>
              <a:buChar char="●"/>
              <a:defRPr sz="4600"/>
            </a:lvl1pPr>
            <a:lvl2pPr marL="914400" lvl="1" indent="-520700">
              <a:spcBef>
                <a:spcPts val="0"/>
              </a:spcBef>
              <a:spcAft>
                <a:spcPts val="0"/>
              </a:spcAft>
              <a:buSzPts val="4600"/>
              <a:buChar char="○"/>
              <a:defRPr sz="4600"/>
            </a:lvl2pPr>
            <a:lvl3pPr marL="1371600" lvl="2" indent="-520700">
              <a:spcBef>
                <a:spcPts val="0"/>
              </a:spcBef>
              <a:spcAft>
                <a:spcPts val="0"/>
              </a:spcAft>
              <a:buSzPts val="4600"/>
              <a:buChar char="■"/>
              <a:defRPr sz="4600"/>
            </a:lvl3pPr>
            <a:lvl4pPr marL="1828800" lvl="3" indent="-520700">
              <a:spcBef>
                <a:spcPts val="0"/>
              </a:spcBef>
              <a:spcAft>
                <a:spcPts val="0"/>
              </a:spcAft>
              <a:buSzPts val="4600"/>
              <a:buChar char="●"/>
              <a:defRPr sz="4600"/>
            </a:lvl4pPr>
            <a:lvl5pPr marL="2286000" lvl="4" indent="-520700">
              <a:spcBef>
                <a:spcPts val="0"/>
              </a:spcBef>
              <a:spcAft>
                <a:spcPts val="0"/>
              </a:spcAft>
              <a:buSzPts val="4600"/>
              <a:buChar char="○"/>
              <a:defRPr sz="4600"/>
            </a:lvl5pPr>
            <a:lvl6pPr marL="2743200" lvl="5" indent="-520700">
              <a:spcBef>
                <a:spcPts val="0"/>
              </a:spcBef>
              <a:spcAft>
                <a:spcPts val="0"/>
              </a:spcAft>
              <a:buSzPts val="4600"/>
              <a:buChar char="■"/>
              <a:defRPr sz="4600"/>
            </a:lvl6pPr>
            <a:lvl7pPr marL="3200400" lvl="6" indent="-520700">
              <a:spcBef>
                <a:spcPts val="0"/>
              </a:spcBef>
              <a:spcAft>
                <a:spcPts val="0"/>
              </a:spcAft>
              <a:buSzPts val="4600"/>
              <a:buChar char="●"/>
              <a:defRPr sz="4600"/>
            </a:lvl7pPr>
            <a:lvl8pPr marL="3657600" lvl="7" indent="-520700">
              <a:spcBef>
                <a:spcPts val="0"/>
              </a:spcBef>
              <a:spcAft>
                <a:spcPts val="0"/>
              </a:spcAft>
              <a:buSzPts val="4600"/>
              <a:buChar char="○"/>
              <a:defRPr sz="4600"/>
            </a:lvl8pPr>
            <a:lvl9pPr marL="4114800" lvl="8" indent="-520700">
              <a:spcBef>
                <a:spcPts val="0"/>
              </a:spcBef>
              <a:spcAft>
                <a:spcPts val="0"/>
              </a:spcAft>
              <a:buSzPts val="4600"/>
              <a:buChar char="■"/>
              <a:defRPr sz="4600"/>
            </a:lvl9pPr>
          </a:lstStyle>
          <a:p>
            <a:endParaRPr/>
          </a:p>
        </p:txBody>
      </p:sp>
      <p:sp>
        <p:nvSpPr>
          <p:cNvPr id="35" name="Google Shape;35;p7"/>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1764900" y="1920640"/>
            <a:ext cx="22924200" cy="17454000"/>
          </a:xfrm>
          <a:prstGeom prst="rect">
            <a:avLst/>
          </a:prstGeom>
        </p:spPr>
        <p:txBody>
          <a:bodyPr spcFirstLastPara="1" wrap="square" lIns="349450" tIns="349450" rIns="349450" bIns="349450" anchor="ctr" anchorCtr="0">
            <a:normAutofit/>
          </a:bodyPr>
          <a:lstStyle>
            <a:lvl1pPr lvl="0">
              <a:spcBef>
                <a:spcPts val="0"/>
              </a:spcBef>
              <a:spcAft>
                <a:spcPts val="0"/>
              </a:spcAft>
              <a:buSzPts val="18300"/>
              <a:buNone/>
              <a:defRPr sz="18300"/>
            </a:lvl1pPr>
            <a:lvl2pPr lvl="1">
              <a:spcBef>
                <a:spcPts val="0"/>
              </a:spcBef>
              <a:spcAft>
                <a:spcPts val="0"/>
              </a:spcAft>
              <a:buSzPts val="18300"/>
              <a:buNone/>
              <a:defRPr sz="18300"/>
            </a:lvl2pPr>
            <a:lvl3pPr lvl="2">
              <a:spcBef>
                <a:spcPts val="0"/>
              </a:spcBef>
              <a:spcAft>
                <a:spcPts val="0"/>
              </a:spcAft>
              <a:buSzPts val="18300"/>
              <a:buNone/>
              <a:defRPr sz="18300"/>
            </a:lvl3pPr>
            <a:lvl4pPr lvl="3">
              <a:spcBef>
                <a:spcPts val="0"/>
              </a:spcBef>
              <a:spcAft>
                <a:spcPts val="0"/>
              </a:spcAft>
              <a:buSzPts val="18300"/>
              <a:buNone/>
              <a:defRPr sz="18300"/>
            </a:lvl4pPr>
            <a:lvl5pPr lvl="4">
              <a:spcBef>
                <a:spcPts val="0"/>
              </a:spcBef>
              <a:spcAft>
                <a:spcPts val="0"/>
              </a:spcAft>
              <a:buSzPts val="18300"/>
              <a:buNone/>
              <a:defRPr sz="18300"/>
            </a:lvl5pPr>
            <a:lvl6pPr lvl="5">
              <a:spcBef>
                <a:spcPts val="0"/>
              </a:spcBef>
              <a:spcAft>
                <a:spcPts val="0"/>
              </a:spcAft>
              <a:buSzPts val="18300"/>
              <a:buNone/>
              <a:defRPr sz="18300"/>
            </a:lvl6pPr>
            <a:lvl7pPr lvl="6">
              <a:spcBef>
                <a:spcPts val="0"/>
              </a:spcBef>
              <a:spcAft>
                <a:spcPts val="0"/>
              </a:spcAft>
              <a:buSzPts val="18300"/>
              <a:buNone/>
              <a:defRPr sz="18300"/>
            </a:lvl7pPr>
            <a:lvl8pPr lvl="7">
              <a:spcBef>
                <a:spcPts val="0"/>
              </a:spcBef>
              <a:spcAft>
                <a:spcPts val="0"/>
              </a:spcAft>
              <a:buSzPts val="18300"/>
              <a:buNone/>
              <a:defRPr sz="18300"/>
            </a:lvl8pPr>
            <a:lvl9pPr lvl="8">
              <a:spcBef>
                <a:spcPts val="0"/>
              </a:spcBef>
              <a:spcAft>
                <a:spcPts val="0"/>
              </a:spcAft>
              <a:buSzPts val="18300"/>
              <a:buNone/>
              <a:defRPr sz="18300"/>
            </a:lvl9pPr>
          </a:lstStyle>
          <a:p>
            <a:endParaRPr/>
          </a:p>
        </p:txBody>
      </p:sp>
      <p:sp>
        <p:nvSpPr>
          <p:cNvPr id="38" name="Google Shape;38;p8"/>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16459200" y="-533"/>
            <a:ext cx="16459200" cy="21945600"/>
          </a:xfrm>
          <a:prstGeom prst="rect">
            <a:avLst/>
          </a:prstGeom>
          <a:solidFill>
            <a:schemeClr val="lt2"/>
          </a:solidFill>
          <a:ln>
            <a:noFill/>
          </a:ln>
        </p:spPr>
        <p:txBody>
          <a:bodyPr spcFirstLastPara="1" wrap="square" lIns="349450" tIns="349450" rIns="349450" bIns="349450" anchor="ctr" anchorCtr="0">
            <a:noAutofit/>
          </a:bodyPr>
          <a:lstStyle/>
          <a:p>
            <a:pPr marL="0" lvl="0" indent="0" algn="l" rtl="0">
              <a:spcBef>
                <a:spcPts val="0"/>
              </a:spcBef>
              <a:spcAft>
                <a:spcPts val="0"/>
              </a:spcAft>
              <a:buNone/>
            </a:pPr>
            <a:endParaRPr/>
          </a:p>
        </p:txBody>
      </p:sp>
      <p:sp>
        <p:nvSpPr>
          <p:cNvPr id="41" name="Google Shape;41;p9"/>
          <p:cNvSpPr txBox="1">
            <a:spLocks noGrp="1"/>
          </p:cNvSpPr>
          <p:nvPr>
            <p:ph type="title"/>
          </p:nvPr>
        </p:nvSpPr>
        <p:spPr>
          <a:xfrm>
            <a:off x="955800" y="5261547"/>
            <a:ext cx="14562600" cy="63246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16100"/>
              <a:buNone/>
              <a:defRPr sz="16100"/>
            </a:lvl1pPr>
            <a:lvl2pPr lvl="1" algn="ctr">
              <a:spcBef>
                <a:spcPts val="0"/>
              </a:spcBef>
              <a:spcAft>
                <a:spcPts val="0"/>
              </a:spcAft>
              <a:buSzPts val="16100"/>
              <a:buNone/>
              <a:defRPr sz="16100"/>
            </a:lvl2pPr>
            <a:lvl3pPr lvl="2" algn="ctr">
              <a:spcBef>
                <a:spcPts val="0"/>
              </a:spcBef>
              <a:spcAft>
                <a:spcPts val="0"/>
              </a:spcAft>
              <a:buSzPts val="16100"/>
              <a:buNone/>
              <a:defRPr sz="16100"/>
            </a:lvl3pPr>
            <a:lvl4pPr lvl="3" algn="ctr">
              <a:spcBef>
                <a:spcPts val="0"/>
              </a:spcBef>
              <a:spcAft>
                <a:spcPts val="0"/>
              </a:spcAft>
              <a:buSzPts val="16100"/>
              <a:buNone/>
              <a:defRPr sz="16100"/>
            </a:lvl4pPr>
            <a:lvl5pPr lvl="4" algn="ctr">
              <a:spcBef>
                <a:spcPts val="0"/>
              </a:spcBef>
              <a:spcAft>
                <a:spcPts val="0"/>
              </a:spcAft>
              <a:buSzPts val="16100"/>
              <a:buNone/>
              <a:defRPr sz="16100"/>
            </a:lvl5pPr>
            <a:lvl6pPr lvl="5" algn="ctr">
              <a:spcBef>
                <a:spcPts val="0"/>
              </a:spcBef>
              <a:spcAft>
                <a:spcPts val="0"/>
              </a:spcAft>
              <a:buSzPts val="16100"/>
              <a:buNone/>
              <a:defRPr sz="16100"/>
            </a:lvl6pPr>
            <a:lvl7pPr lvl="6" algn="ctr">
              <a:spcBef>
                <a:spcPts val="0"/>
              </a:spcBef>
              <a:spcAft>
                <a:spcPts val="0"/>
              </a:spcAft>
              <a:buSzPts val="16100"/>
              <a:buNone/>
              <a:defRPr sz="16100"/>
            </a:lvl7pPr>
            <a:lvl8pPr lvl="7" algn="ctr">
              <a:spcBef>
                <a:spcPts val="0"/>
              </a:spcBef>
              <a:spcAft>
                <a:spcPts val="0"/>
              </a:spcAft>
              <a:buSzPts val="16100"/>
              <a:buNone/>
              <a:defRPr sz="16100"/>
            </a:lvl8pPr>
            <a:lvl9pPr lvl="8" algn="ctr">
              <a:spcBef>
                <a:spcPts val="0"/>
              </a:spcBef>
              <a:spcAft>
                <a:spcPts val="0"/>
              </a:spcAft>
              <a:buSzPts val="16100"/>
              <a:buNone/>
              <a:defRPr sz="16100"/>
            </a:lvl9pPr>
          </a:lstStyle>
          <a:p>
            <a:endParaRPr/>
          </a:p>
        </p:txBody>
      </p:sp>
      <p:sp>
        <p:nvSpPr>
          <p:cNvPr id="42" name="Google Shape;42;p9"/>
          <p:cNvSpPr txBox="1">
            <a:spLocks noGrp="1"/>
          </p:cNvSpPr>
          <p:nvPr>
            <p:ph type="subTitle" idx="1"/>
          </p:nvPr>
        </p:nvSpPr>
        <p:spPr>
          <a:xfrm>
            <a:off x="955800" y="11959787"/>
            <a:ext cx="14562600" cy="5269800"/>
          </a:xfrm>
          <a:prstGeom prst="rect">
            <a:avLst/>
          </a:prstGeom>
        </p:spPr>
        <p:txBody>
          <a:bodyPr spcFirstLastPara="1" wrap="square" lIns="349450" tIns="349450" rIns="349450" bIns="349450" anchor="t" anchorCtr="0">
            <a:normAutofit/>
          </a:bodyPr>
          <a:lstStyle>
            <a:lvl1pPr lvl="0" algn="ctr">
              <a:lnSpc>
                <a:spcPct val="100000"/>
              </a:lnSpc>
              <a:spcBef>
                <a:spcPts val="0"/>
              </a:spcBef>
              <a:spcAft>
                <a:spcPts val="0"/>
              </a:spcAft>
              <a:buSzPts val="8000"/>
              <a:buNone/>
              <a:defRPr sz="8000"/>
            </a:lvl1pPr>
            <a:lvl2pPr lvl="1" algn="ctr">
              <a:lnSpc>
                <a:spcPct val="100000"/>
              </a:lnSpc>
              <a:spcBef>
                <a:spcPts val="0"/>
              </a:spcBef>
              <a:spcAft>
                <a:spcPts val="0"/>
              </a:spcAft>
              <a:buSzPts val="8000"/>
              <a:buNone/>
              <a:defRPr sz="8000"/>
            </a:lvl2pPr>
            <a:lvl3pPr lvl="2" algn="ctr">
              <a:lnSpc>
                <a:spcPct val="100000"/>
              </a:lnSpc>
              <a:spcBef>
                <a:spcPts val="0"/>
              </a:spcBef>
              <a:spcAft>
                <a:spcPts val="0"/>
              </a:spcAft>
              <a:buSzPts val="8000"/>
              <a:buNone/>
              <a:defRPr sz="8000"/>
            </a:lvl3pPr>
            <a:lvl4pPr lvl="3" algn="ctr">
              <a:lnSpc>
                <a:spcPct val="100000"/>
              </a:lnSpc>
              <a:spcBef>
                <a:spcPts val="0"/>
              </a:spcBef>
              <a:spcAft>
                <a:spcPts val="0"/>
              </a:spcAft>
              <a:buSzPts val="8000"/>
              <a:buNone/>
              <a:defRPr sz="8000"/>
            </a:lvl4pPr>
            <a:lvl5pPr lvl="4" algn="ctr">
              <a:lnSpc>
                <a:spcPct val="100000"/>
              </a:lnSpc>
              <a:spcBef>
                <a:spcPts val="0"/>
              </a:spcBef>
              <a:spcAft>
                <a:spcPts val="0"/>
              </a:spcAft>
              <a:buSzPts val="8000"/>
              <a:buNone/>
              <a:defRPr sz="8000"/>
            </a:lvl5pPr>
            <a:lvl6pPr lvl="5" algn="ctr">
              <a:lnSpc>
                <a:spcPct val="100000"/>
              </a:lnSpc>
              <a:spcBef>
                <a:spcPts val="0"/>
              </a:spcBef>
              <a:spcAft>
                <a:spcPts val="0"/>
              </a:spcAft>
              <a:buSzPts val="8000"/>
              <a:buNone/>
              <a:defRPr sz="8000"/>
            </a:lvl6pPr>
            <a:lvl7pPr lvl="6" algn="ctr">
              <a:lnSpc>
                <a:spcPct val="100000"/>
              </a:lnSpc>
              <a:spcBef>
                <a:spcPts val="0"/>
              </a:spcBef>
              <a:spcAft>
                <a:spcPts val="0"/>
              </a:spcAft>
              <a:buSzPts val="8000"/>
              <a:buNone/>
              <a:defRPr sz="8000"/>
            </a:lvl7pPr>
            <a:lvl8pPr lvl="7" algn="ctr">
              <a:lnSpc>
                <a:spcPct val="100000"/>
              </a:lnSpc>
              <a:spcBef>
                <a:spcPts val="0"/>
              </a:spcBef>
              <a:spcAft>
                <a:spcPts val="0"/>
              </a:spcAft>
              <a:buSzPts val="8000"/>
              <a:buNone/>
              <a:defRPr sz="8000"/>
            </a:lvl8pPr>
            <a:lvl9pPr lvl="8" algn="ctr">
              <a:lnSpc>
                <a:spcPct val="100000"/>
              </a:lnSpc>
              <a:spcBef>
                <a:spcPts val="0"/>
              </a:spcBef>
              <a:spcAft>
                <a:spcPts val="0"/>
              </a:spcAft>
              <a:buSzPts val="8000"/>
              <a:buNone/>
              <a:defRPr sz="8000"/>
            </a:lvl9pPr>
          </a:lstStyle>
          <a:p>
            <a:endParaRPr/>
          </a:p>
        </p:txBody>
      </p:sp>
      <p:sp>
        <p:nvSpPr>
          <p:cNvPr id="43" name="Google Shape;43;p9"/>
          <p:cNvSpPr txBox="1">
            <a:spLocks noGrp="1"/>
          </p:cNvSpPr>
          <p:nvPr>
            <p:ph type="body" idx="2"/>
          </p:nvPr>
        </p:nvSpPr>
        <p:spPr>
          <a:xfrm>
            <a:off x="17782200" y="3089387"/>
            <a:ext cx="13813200" cy="15765900"/>
          </a:xfrm>
          <a:prstGeom prst="rect">
            <a:avLst/>
          </a:prstGeom>
        </p:spPr>
        <p:txBody>
          <a:bodyPr spcFirstLastPara="1" wrap="square" lIns="349450" tIns="349450" rIns="349450" bIns="349450" anchor="ctr" anchorCtr="0">
            <a:normAutofit/>
          </a:bodyPr>
          <a:lstStyle>
            <a:lvl1pPr marL="457200" lvl="0" indent="-666750">
              <a:spcBef>
                <a:spcPts val="0"/>
              </a:spcBef>
              <a:spcAft>
                <a:spcPts val="0"/>
              </a:spcAft>
              <a:buSzPts val="6900"/>
              <a:buChar char="●"/>
              <a:defRPr/>
            </a:lvl1pPr>
            <a:lvl2pPr marL="914400" lvl="1" indent="-571500">
              <a:spcBef>
                <a:spcPts val="0"/>
              </a:spcBef>
              <a:spcAft>
                <a:spcPts val="0"/>
              </a:spcAft>
              <a:buSzPts val="5400"/>
              <a:buChar char="○"/>
              <a:defRPr/>
            </a:lvl2pPr>
            <a:lvl3pPr marL="1371600" lvl="2" indent="-571500">
              <a:spcBef>
                <a:spcPts val="0"/>
              </a:spcBef>
              <a:spcAft>
                <a:spcPts val="0"/>
              </a:spcAft>
              <a:buSzPts val="5400"/>
              <a:buChar char="■"/>
              <a:defRPr/>
            </a:lvl3pPr>
            <a:lvl4pPr marL="1828800" lvl="3" indent="-571500">
              <a:spcBef>
                <a:spcPts val="0"/>
              </a:spcBef>
              <a:spcAft>
                <a:spcPts val="0"/>
              </a:spcAft>
              <a:buSzPts val="5400"/>
              <a:buChar char="●"/>
              <a:defRPr/>
            </a:lvl4pPr>
            <a:lvl5pPr marL="2286000" lvl="4" indent="-571500">
              <a:spcBef>
                <a:spcPts val="0"/>
              </a:spcBef>
              <a:spcAft>
                <a:spcPts val="0"/>
              </a:spcAft>
              <a:buSzPts val="5400"/>
              <a:buChar char="○"/>
              <a:defRPr/>
            </a:lvl5pPr>
            <a:lvl6pPr marL="2743200" lvl="5" indent="-571500">
              <a:spcBef>
                <a:spcPts val="0"/>
              </a:spcBef>
              <a:spcAft>
                <a:spcPts val="0"/>
              </a:spcAft>
              <a:buSzPts val="5400"/>
              <a:buChar char="■"/>
              <a:defRPr/>
            </a:lvl6pPr>
            <a:lvl7pPr marL="3200400" lvl="6" indent="-571500">
              <a:spcBef>
                <a:spcPts val="0"/>
              </a:spcBef>
              <a:spcAft>
                <a:spcPts val="0"/>
              </a:spcAft>
              <a:buSzPts val="5400"/>
              <a:buChar char="●"/>
              <a:defRPr/>
            </a:lvl7pPr>
            <a:lvl8pPr marL="3657600" lvl="7" indent="-571500">
              <a:spcBef>
                <a:spcPts val="0"/>
              </a:spcBef>
              <a:spcAft>
                <a:spcPts val="0"/>
              </a:spcAft>
              <a:buSzPts val="5400"/>
              <a:buChar char="○"/>
              <a:defRPr/>
            </a:lvl8pPr>
            <a:lvl9pPr marL="4114800" lvl="8" indent="-571500">
              <a:spcBef>
                <a:spcPts val="0"/>
              </a:spcBef>
              <a:spcAft>
                <a:spcPts val="0"/>
              </a:spcAft>
              <a:buSzPts val="5400"/>
              <a:buChar char="■"/>
              <a:defRPr/>
            </a:lvl9pPr>
          </a:lstStyle>
          <a:p>
            <a:endParaRPr/>
          </a:p>
        </p:txBody>
      </p:sp>
      <p:sp>
        <p:nvSpPr>
          <p:cNvPr id="44" name="Google Shape;44;p9"/>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1122120" y="18050453"/>
            <a:ext cx="21595800" cy="2581800"/>
          </a:xfrm>
          <a:prstGeom prst="rect">
            <a:avLst/>
          </a:prstGeom>
        </p:spPr>
        <p:txBody>
          <a:bodyPr spcFirstLastPara="1" wrap="square" lIns="349450" tIns="349450" rIns="349450" bIns="349450" anchor="ctr" anchorCtr="0">
            <a:normAutofit/>
          </a:bodyPr>
          <a:lstStyle>
            <a:lvl1pPr marL="457200" lvl="0" indent="-228600">
              <a:lnSpc>
                <a:spcPct val="100000"/>
              </a:lnSpc>
              <a:spcBef>
                <a:spcPts val="0"/>
              </a:spcBef>
              <a:spcAft>
                <a:spcPts val="0"/>
              </a:spcAft>
              <a:buSzPts val="6900"/>
              <a:buNone/>
              <a:defRPr/>
            </a:lvl1pPr>
          </a:lstStyle>
          <a:p>
            <a:endParaRPr/>
          </a:p>
        </p:txBody>
      </p:sp>
      <p:sp>
        <p:nvSpPr>
          <p:cNvPr id="47" name="Google Shape;47;p10"/>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txBox="1">
            <a:spLocks noGrp="1"/>
          </p:cNvSpPr>
          <p:nvPr>
            <p:ph type="title" hasCustomPrompt="1"/>
          </p:nvPr>
        </p:nvSpPr>
        <p:spPr>
          <a:xfrm>
            <a:off x="1122120" y="4719467"/>
            <a:ext cx="30674100" cy="8377500"/>
          </a:xfrm>
          <a:prstGeom prst="rect">
            <a:avLst/>
          </a:prstGeom>
        </p:spPr>
        <p:txBody>
          <a:bodyPr spcFirstLastPara="1" wrap="square" lIns="349450" tIns="349450" rIns="349450" bIns="349450" anchor="b" anchorCtr="0">
            <a:normAutofit/>
          </a:bodyPr>
          <a:lstStyle>
            <a:lvl1pPr lvl="0" algn="ctr">
              <a:spcBef>
                <a:spcPts val="0"/>
              </a:spcBef>
              <a:spcAft>
                <a:spcPts val="0"/>
              </a:spcAft>
              <a:buSzPts val="45900"/>
              <a:buNone/>
              <a:defRPr sz="45900"/>
            </a:lvl1pPr>
            <a:lvl2pPr lvl="1" algn="ctr">
              <a:spcBef>
                <a:spcPts val="0"/>
              </a:spcBef>
              <a:spcAft>
                <a:spcPts val="0"/>
              </a:spcAft>
              <a:buSzPts val="45900"/>
              <a:buNone/>
              <a:defRPr sz="45900"/>
            </a:lvl2pPr>
            <a:lvl3pPr lvl="2" algn="ctr">
              <a:spcBef>
                <a:spcPts val="0"/>
              </a:spcBef>
              <a:spcAft>
                <a:spcPts val="0"/>
              </a:spcAft>
              <a:buSzPts val="45900"/>
              <a:buNone/>
              <a:defRPr sz="45900"/>
            </a:lvl3pPr>
            <a:lvl4pPr lvl="3" algn="ctr">
              <a:spcBef>
                <a:spcPts val="0"/>
              </a:spcBef>
              <a:spcAft>
                <a:spcPts val="0"/>
              </a:spcAft>
              <a:buSzPts val="45900"/>
              <a:buNone/>
              <a:defRPr sz="45900"/>
            </a:lvl4pPr>
            <a:lvl5pPr lvl="4" algn="ctr">
              <a:spcBef>
                <a:spcPts val="0"/>
              </a:spcBef>
              <a:spcAft>
                <a:spcPts val="0"/>
              </a:spcAft>
              <a:buSzPts val="45900"/>
              <a:buNone/>
              <a:defRPr sz="45900"/>
            </a:lvl5pPr>
            <a:lvl6pPr lvl="5" algn="ctr">
              <a:spcBef>
                <a:spcPts val="0"/>
              </a:spcBef>
              <a:spcAft>
                <a:spcPts val="0"/>
              </a:spcAft>
              <a:buSzPts val="45900"/>
              <a:buNone/>
              <a:defRPr sz="45900"/>
            </a:lvl6pPr>
            <a:lvl7pPr lvl="6" algn="ctr">
              <a:spcBef>
                <a:spcPts val="0"/>
              </a:spcBef>
              <a:spcAft>
                <a:spcPts val="0"/>
              </a:spcAft>
              <a:buSzPts val="45900"/>
              <a:buNone/>
              <a:defRPr sz="45900"/>
            </a:lvl7pPr>
            <a:lvl8pPr lvl="7" algn="ctr">
              <a:spcBef>
                <a:spcPts val="0"/>
              </a:spcBef>
              <a:spcAft>
                <a:spcPts val="0"/>
              </a:spcAft>
              <a:buSzPts val="45900"/>
              <a:buNone/>
              <a:defRPr sz="45900"/>
            </a:lvl8pPr>
            <a:lvl9pPr lvl="8" algn="ctr">
              <a:spcBef>
                <a:spcPts val="0"/>
              </a:spcBef>
              <a:spcAft>
                <a:spcPts val="0"/>
              </a:spcAft>
              <a:buSzPts val="45900"/>
              <a:buNone/>
              <a:defRPr sz="45900"/>
            </a:lvl9pPr>
          </a:lstStyle>
          <a:p>
            <a:r>
              <a:t>xx%</a:t>
            </a:r>
          </a:p>
        </p:txBody>
      </p:sp>
      <p:sp>
        <p:nvSpPr>
          <p:cNvPr id="50" name="Google Shape;50;p11"/>
          <p:cNvSpPr txBox="1">
            <a:spLocks noGrp="1"/>
          </p:cNvSpPr>
          <p:nvPr>
            <p:ph type="body" idx="1"/>
          </p:nvPr>
        </p:nvSpPr>
        <p:spPr>
          <a:xfrm>
            <a:off x="1122120" y="13449493"/>
            <a:ext cx="30674100" cy="5550000"/>
          </a:xfrm>
          <a:prstGeom prst="rect">
            <a:avLst/>
          </a:prstGeom>
        </p:spPr>
        <p:txBody>
          <a:bodyPr spcFirstLastPara="1" wrap="square" lIns="349450" tIns="349450" rIns="349450" bIns="349450" anchor="t" anchorCtr="0">
            <a:normAutofit/>
          </a:bodyPr>
          <a:lstStyle>
            <a:lvl1pPr marL="457200" lvl="0" indent="-666750" algn="ctr">
              <a:spcBef>
                <a:spcPts val="0"/>
              </a:spcBef>
              <a:spcAft>
                <a:spcPts val="0"/>
              </a:spcAft>
              <a:buSzPts val="6900"/>
              <a:buChar char="●"/>
              <a:defRPr/>
            </a:lvl1pPr>
            <a:lvl2pPr marL="914400" lvl="1" indent="-571500" algn="ctr">
              <a:spcBef>
                <a:spcPts val="0"/>
              </a:spcBef>
              <a:spcAft>
                <a:spcPts val="0"/>
              </a:spcAft>
              <a:buSzPts val="5400"/>
              <a:buChar char="○"/>
              <a:defRPr/>
            </a:lvl2pPr>
            <a:lvl3pPr marL="1371600" lvl="2" indent="-571500" algn="ctr">
              <a:spcBef>
                <a:spcPts val="0"/>
              </a:spcBef>
              <a:spcAft>
                <a:spcPts val="0"/>
              </a:spcAft>
              <a:buSzPts val="5400"/>
              <a:buChar char="■"/>
              <a:defRPr/>
            </a:lvl3pPr>
            <a:lvl4pPr marL="1828800" lvl="3" indent="-571500" algn="ctr">
              <a:spcBef>
                <a:spcPts val="0"/>
              </a:spcBef>
              <a:spcAft>
                <a:spcPts val="0"/>
              </a:spcAft>
              <a:buSzPts val="5400"/>
              <a:buChar char="●"/>
              <a:defRPr/>
            </a:lvl4pPr>
            <a:lvl5pPr marL="2286000" lvl="4" indent="-571500" algn="ctr">
              <a:spcBef>
                <a:spcPts val="0"/>
              </a:spcBef>
              <a:spcAft>
                <a:spcPts val="0"/>
              </a:spcAft>
              <a:buSzPts val="5400"/>
              <a:buChar char="○"/>
              <a:defRPr/>
            </a:lvl5pPr>
            <a:lvl6pPr marL="2743200" lvl="5" indent="-571500" algn="ctr">
              <a:spcBef>
                <a:spcPts val="0"/>
              </a:spcBef>
              <a:spcAft>
                <a:spcPts val="0"/>
              </a:spcAft>
              <a:buSzPts val="5400"/>
              <a:buChar char="■"/>
              <a:defRPr/>
            </a:lvl6pPr>
            <a:lvl7pPr marL="3200400" lvl="6" indent="-571500" algn="ctr">
              <a:spcBef>
                <a:spcPts val="0"/>
              </a:spcBef>
              <a:spcAft>
                <a:spcPts val="0"/>
              </a:spcAft>
              <a:buSzPts val="5400"/>
              <a:buChar char="●"/>
              <a:defRPr/>
            </a:lvl7pPr>
            <a:lvl8pPr marL="3657600" lvl="7" indent="-571500" algn="ctr">
              <a:spcBef>
                <a:spcPts val="0"/>
              </a:spcBef>
              <a:spcAft>
                <a:spcPts val="0"/>
              </a:spcAft>
              <a:buSzPts val="5400"/>
              <a:buChar char="○"/>
              <a:defRPr/>
            </a:lvl8pPr>
            <a:lvl9pPr marL="4114800" lvl="8" indent="-571500" algn="ctr">
              <a:spcBef>
                <a:spcPts val="0"/>
              </a:spcBef>
              <a:spcAft>
                <a:spcPts val="0"/>
              </a:spcAft>
              <a:buSzPts val="5400"/>
              <a:buChar char="■"/>
              <a:defRPr/>
            </a:lvl9pPr>
          </a:lstStyle>
          <a:p>
            <a:endParaRPr/>
          </a:p>
        </p:txBody>
      </p:sp>
      <p:sp>
        <p:nvSpPr>
          <p:cNvPr id="51" name="Google Shape;51;p11"/>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30500848" y="19896392"/>
            <a:ext cx="1975200" cy="1679400"/>
          </a:xfrm>
          <a:prstGeom prst="rect">
            <a:avLst/>
          </a:prstGeom>
        </p:spPr>
        <p:txBody>
          <a:bodyPr spcFirstLastPara="1" wrap="square" lIns="349450" tIns="349450" rIns="349450" bIns="3494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column (default)">
  <p:cSld name="4-column (default)">
    <p:spTree>
      <p:nvGrpSpPr>
        <p:cNvPr id="1" name="Shape 54"/>
        <p:cNvGrpSpPr/>
        <p:nvPr/>
      </p:nvGrpSpPr>
      <p:grpSpPr>
        <a:xfrm>
          <a:off x="0" y="0"/>
          <a:ext cx="0" cy="0"/>
          <a:chOff x="0" y="0"/>
          <a:chExt cx="0" cy="0"/>
        </a:xfrm>
      </p:grpSpPr>
      <p:sp>
        <p:nvSpPr>
          <p:cNvPr id="55" name="Google Shape;55;p13"/>
          <p:cNvSpPr txBox="1"/>
          <p:nvPr/>
        </p:nvSpPr>
        <p:spPr>
          <a:xfrm>
            <a:off x="365760" y="402336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Introduction</a:t>
            </a:r>
            <a:endParaRPr/>
          </a:p>
        </p:txBody>
      </p:sp>
      <p:sp>
        <p:nvSpPr>
          <p:cNvPr id="56" name="Google Shape;56;p13"/>
          <p:cNvSpPr txBox="1"/>
          <p:nvPr/>
        </p:nvSpPr>
        <p:spPr>
          <a:xfrm>
            <a:off x="8503920" y="402336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Methods</a:t>
            </a:r>
            <a:endParaRPr/>
          </a:p>
        </p:txBody>
      </p:sp>
      <p:sp>
        <p:nvSpPr>
          <p:cNvPr id="57" name="Google Shape;57;p13"/>
          <p:cNvSpPr txBox="1"/>
          <p:nvPr/>
        </p:nvSpPr>
        <p:spPr>
          <a:xfrm>
            <a:off x="16642080" y="402336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Results</a:t>
            </a:r>
            <a:endParaRPr/>
          </a:p>
        </p:txBody>
      </p:sp>
      <p:sp>
        <p:nvSpPr>
          <p:cNvPr id="58" name="Google Shape;58;p13"/>
          <p:cNvSpPr txBox="1"/>
          <p:nvPr/>
        </p:nvSpPr>
        <p:spPr>
          <a:xfrm>
            <a:off x="24780240" y="1138428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References</a:t>
            </a:r>
            <a:endParaRPr/>
          </a:p>
        </p:txBody>
      </p:sp>
      <p:sp>
        <p:nvSpPr>
          <p:cNvPr id="59" name="Google Shape;59;p13"/>
          <p:cNvSpPr txBox="1"/>
          <p:nvPr/>
        </p:nvSpPr>
        <p:spPr>
          <a:xfrm>
            <a:off x="24780240" y="1613916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Acknowledgements</a:t>
            </a:r>
            <a:endParaRPr/>
          </a:p>
        </p:txBody>
      </p:sp>
      <p:sp>
        <p:nvSpPr>
          <p:cNvPr id="60" name="Google Shape;60;p13"/>
          <p:cNvSpPr txBox="1"/>
          <p:nvPr/>
        </p:nvSpPr>
        <p:spPr>
          <a:xfrm>
            <a:off x="24780240" y="402336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Discussion and Future Work</a:t>
            </a:r>
            <a:endParaRPr/>
          </a:p>
        </p:txBody>
      </p:sp>
      <p:sp>
        <p:nvSpPr>
          <p:cNvPr id="61" name="Google Shape;61;p13"/>
          <p:cNvSpPr txBox="1"/>
          <p:nvPr/>
        </p:nvSpPr>
        <p:spPr>
          <a:xfrm>
            <a:off x="0" y="0"/>
            <a:ext cx="32918400" cy="3657600"/>
          </a:xfrm>
          <a:prstGeom prst="rect">
            <a:avLst/>
          </a:prstGeom>
          <a:solidFill>
            <a:srgbClr val="990000"/>
          </a:solidFill>
          <a:ln>
            <a:noFill/>
          </a:ln>
        </p:spPr>
        <p:txBody>
          <a:bodyPr spcFirstLastPara="1" wrap="square" lIns="365750" tIns="548625" rIns="365750" bIns="548625" anchor="ctr" anchorCtr="0">
            <a:noAutofit/>
          </a:bodyPr>
          <a:lstStyle/>
          <a:p>
            <a:pPr marL="0" marR="0" lvl="0" indent="0" algn="ctr" rtl="0">
              <a:lnSpc>
                <a:spcPct val="90000"/>
              </a:lnSpc>
              <a:spcBef>
                <a:spcPts val="0"/>
              </a:spcBef>
              <a:spcAft>
                <a:spcPts val="0"/>
              </a:spcAft>
              <a:buNone/>
            </a:pPr>
            <a:r>
              <a:rPr lang="en-US" sz="9600" b="1" i="0" u="none" strike="noStrike" cap="none">
                <a:solidFill>
                  <a:schemeClr val="lt1"/>
                </a:solidFill>
                <a:latin typeface="Arial"/>
                <a:ea typeface="Arial"/>
                <a:cs typeface="Arial"/>
                <a:sym typeface="Arial"/>
              </a:rPr>
              <a:t>Click to edit Master title style</a:t>
            </a:r>
            <a:endParaRPr/>
          </a:p>
        </p:txBody>
      </p:sp>
      <p:sp>
        <p:nvSpPr>
          <p:cNvPr id="62" name="Google Shape;62;p13"/>
          <p:cNvSpPr txBox="1">
            <a:spLocks noGrp="1"/>
          </p:cNvSpPr>
          <p:nvPr>
            <p:ph type="body" idx="1"/>
          </p:nvPr>
        </p:nvSpPr>
        <p:spPr>
          <a:xfrm>
            <a:off x="365760" y="4754880"/>
            <a:ext cx="7772400" cy="119328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342900" algn="l">
              <a:lnSpc>
                <a:spcPct val="100000"/>
              </a:lnSpc>
              <a:spcBef>
                <a:spcPts val="12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63" name="Google Shape;63;p13"/>
          <p:cNvSpPr txBox="1">
            <a:spLocks noGrp="1"/>
          </p:cNvSpPr>
          <p:nvPr>
            <p:ph type="body" idx="2"/>
          </p:nvPr>
        </p:nvSpPr>
        <p:spPr>
          <a:xfrm>
            <a:off x="8503920" y="4754880"/>
            <a:ext cx="7772400" cy="148590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342900" algn="l">
              <a:lnSpc>
                <a:spcPct val="100000"/>
              </a:lnSpc>
              <a:spcBef>
                <a:spcPts val="12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64" name="Google Shape;64;p13"/>
          <p:cNvSpPr txBox="1">
            <a:spLocks noGrp="1"/>
          </p:cNvSpPr>
          <p:nvPr>
            <p:ph type="body" idx="3"/>
          </p:nvPr>
        </p:nvSpPr>
        <p:spPr>
          <a:xfrm>
            <a:off x="16642080" y="4754880"/>
            <a:ext cx="7772400" cy="148590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342900" algn="l">
              <a:lnSpc>
                <a:spcPct val="100000"/>
              </a:lnSpc>
              <a:spcBef>
                <a:spcPts val="12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65" name="Google Shape;65;p13"/>
          <p:cNvSpPr txBox="1">
            <a:spLocks noGrp="1"/>
          </p:cNvSpPr>
          <p:nvPr>
            <p:ph type="body" idx="4"/>
          </p:nvPr>
        </p:nvSpPr>
        <p:spPr>
          <a:xfrm>
            <a:off x="24780240" y="16870680"/>
            <a:ext cx="7772400" cy="27432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342900" algn="l">
              <a:lnSpc>
                <a:spcPct val="100000"/>
              </a:lnSpc>
              <a:spcBef>
                <a:spcPts val="12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66" name="Google Shape;66;p13"/>
          <p:cNvSpPr txBox="1">
            <a:spLocks noGrp="1"/>
          </p:cNvSpPr>
          <p:nvPr>
            <p:ph type="body" idx="5"/>
          </p:nvPr>
        </p:nvSpPr>
        <p:spPr>
          <a:xfrm>
            <a:off x="24780240" y="12115800"/>
            <a:ext cx="7772400" cy="36576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228600" algn="l">
              <a:lnSpc>
                <a:spcPct val="100000"/>
              </a:lnSpc>
              <a:spcBef>
                <a:spcPts val="1200"/>
              </a:spcBef>
              <a:spcAft>
                <a:spcPts val="0"/>
              </a:spcAft>
              <a:buClr>
                <a:schemeClr val="dk1"/>
              </a:buClr>
              <a:buSzPts val="3600"/>
              <a:buNone/>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67" name="Google Shape;67;p13"/>
          <p:cNvSpPr txBox="1">
            <a:spLocks noGrp="1"/>
          </p:cNvSpPr>
          <p:nvPr>
            <p:ph type="body" idx="6"/>
          </p:nvPr>
        </p:nvSpPr>
        <p:spPr>
          <a:xfrm>
            <a:off x="24780240" y="4754880"/>
            <a:ext cx="7772400" cy="62637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342900" algn="l">
              <a:lnSpc>
                <a:spcPct val="100000"/>
              </a:lnSpc>
              <a:spcBef>
                <a:spcPts val="12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68" name="Google Shape;68;p13"/>
          <p:cNvSpPr txBox="1"/>
          <p:nvPr/>
        </p:nvSpPr>
        <p:spPr>
          <a:xfrm>
            <a:off x="365760" y="1705356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Objective</a:t>
            </a:r>
            <a:endParaRPr/>
          </a:p>
        </p:txBody>
      </p:sp>
      <p:sp>
        <p:nvSpPr>
          <p:cNvPr id="69" name="Google Shape;69;p13"/>
          <p:cNvSpPr txBox="1">
            <a:spLocks noGrp="1"/>
          </p:cNvSpPr>
          <p:nvPr>
            <p:ph type="body" idx="7"/>
          </p:nvPr>
        </p:nvSpPr>
        <p:spPr>
          <a:xfrm>
            <a:off x="365760" y="17785080"/>
            <a:ext cx="7772400" cy="18288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228600" algn="l">
              <a:lnSpc>
                <a:spcPct val="100000"/>
              </a:lnSpc>
              <a:spcBef>
                <a:spcPts val="1200"/>
              </a:spcBef>
              <a:spcAft>
                <a:spcPts val="0"/>
              </a:spcAft>
              <a:buClr>
                <a:schemeClr val="dk1"/>
              </a:buClr>
              <a:buSzPts val="2800"/>
              <a:buNone/>
              <a:defRPr sz="2800"/>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70" name="Google Shape;70;p13"/>
          <p:cNvSpPr txBox="1"/>
          <p:nvPr/>
        </p:nvSpPr>
        <p:spPr>
          <a:xfrm>
            <a:off x="23970343" y="21292457"/>
            <a:ext cx="6300" cy="184800"/>
          </a:xfrm>
          <a:prstGeom prst="rect">
            <a:avLst/>
          </a:prstGeom>
          <a:solidFill>
            <a:schemeClr val="lt1"/>
          </a:solidFill>
          <a:ln>
            <a:noFill/>
          </a:ln>
        </p:spPr>
        <p:txBody>
          <a:bodyPr spcFirstLastPara="1" wrap="square" lIns="0" tIns="0" rIns="0" bIns="0" anchor="t" anchorCtr="0">
            <a:spAutoFit/>
          </a:bodyPr>
          <a:lstStyle/>
          <a:p>
            <a:pPr marL="635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
        <p:nvSpPr>
          <p:cNvPr id="71" name="Google Shape;71;p13"/>
          <p:cNvSpPr txBox="1"/>
          <p:nvPr/>
        </p:nvSpPr>
        <p:spPr>
          <a:xfrm>
            <a:off x="29783314" y="21227143"/>
            <a:ext cx="6300" cy="184800"/>
          </a:xfrm>
          <a:prstGeom prst="rect">
            <a:avLst/>
          </a:prstGeom>
          <a:solidFill>
            <a:schemeClr val="lt1"/>
          </a:solidFill>
          <a:ln>
            <a:noFill/>
          </a:ln>
        </p:spPr>
        <p:txBody>
          <a:bodyPr spcFirstLastPara="1" wrap="square" lIns="0" tIns="0" rIns="0" bIns="0" anchor="t" anchorCtr="0">
            <a:spAutoFit/>
          </a:bodyPr>
          <a:lstStyle/>
          <a:p>
            <a:pPr marL="635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
        <p:nvSpPr>
          <p:cNvPr id="72" name="Google Shape;72;p13"/>
          <p:cNvSpPr txBox="1"/>
          <p:nvPr/>
        </p:nvSpPr>
        <p:spPr>
          <a:xfrm>
            <a:off x="25929771" y="21259800"/>
            <a:ext cx="6300" cy="184800"/>
          </a:xfrm>
          <a:prstGeom prst="rect">
            <a:avLst/>
          </a:prstGeom>
          <a:solidFill>
            <a:schemeClr val="lt1"/>
          </a:solidFill>
          <a:ln>
            <a:noFill/>
          </a:ln>
        </p:spPr>
        <p:txBody>
          <a:bodyPr spcFirstLastPara="1" wrap="square" lIns="0" tIns="0" rIns="0" bIns="0" anchor="t" anchorCtr="0">
            <a:spAutoFit/>
          </a:bodyPr>
          <a:lstStyle/>
          <a:p>
            <a:pPr marL="635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column">
  <p:cSld name="3-column">
    <p:spTree>
      <p:nvGrpSpPr>
        <p:cNvPr id="1" name="Shape 73"/>
        <p:cNvGrpSpPr/>
        <p:nvPr/>
      </p:nvGrpSpPr>
      <p:grpSpPr>
        <a:xfrm>
          <a:off x="0" y="0"/>
          <a:ext cx="0" cy="0"/>
          <a:chOff x="0" y="0"/>
          <a:chExt cx="0" cy="0"/>
        </a:xfrm>
      </p:grpSpPr>
      <p:sp>
        <p:nvSpPr>
          <p:cNvPr id="74" name="Google Shape;74;p14"/>
          <p:cNvSpPr txBox="1">
            <a:spLocks noGrp="1"/>
          </p:cNvSpPr>
          <p:nvPr>
            <p:ph type="title"/>
          </p:nvPr>
        </p:nvSpPr>
        <p:spPr>
          <a:xfrm>
            <a:off x="0" y="0"/>
            <a:ext cx="32918400" cy="3657600"/>
          </a:xfrm>
          <a:prstGeom prst="rect">
            <a:avLst/>
          </a:prstGeom>
          <a:solidFill>
            <a:srgbClr val="990000"/>
          </a:solidFill>
          <a:ln>
            <a:noFill/>
          </a:ln>
        </p:spPr>
        <p:txBody>
          <a:bodyPr spcFirstLastPara="1" wrap="square" lIns="365750" tIns="548625" rIns="365750" bIns="548625" anchor="ctr" anchorCtr="0">
            <a:normAutofit/>
          </a:bodyPr>
          <a:lstStyle>
            <a:lvl1pPr lvl="0" algn="ctr">
              <a:lnSpc>
                <a:spcPct val="90000"/>
              </a:lnSpc>
              <a:spcBef>
                <a:spcPts val="0"/>
              </a:spcBef>
              <a:spcAft>
                <a:spcPts val="0"/>
              </a:spcAft>
              <a:buSzPts val="10700"/>
              <a:buNone/>
              <a:defRPr/>
            </a:lvl1pPr>
            <a:lvl2pPr lvl="1" algn="l">
              <a:lnSpc>
                <a:spcPct val="90000"/>
              </a:lnSpc>
              <a:spcBef>
                <a:spcPts val="0"/>
              </a:spcBef>
              <a:spcAft>
                <a:spcPts val="0"/>
              </a:spcAft>
              <a:buSzPts val="10700"/>
              <a:buNone/>
              <a:defRPr/>
            </a:lvl2pPr>
            <a:lvl3pPr lvl="2" algn="l">
              <a:lnSpc>
                <a:spcPct val="90000"/>
              </a:lnSpc>
              <a:spcBef>
                <a:spcPts val="0"/>
              </a:spcBef>
              <a:spcAft>
                <a:spcPts val="0"/>
              </a:spcAft>
              <a:buSzPts val="10700"/>
              <a:buNone/>
              <a:defRPr/>
            </a:lvl3pPr>
            <a:lvl4pPr lvl="3" algn="l">
              <a:lnSpc>
                <a:spcPct val="90000"/>
              </a:lnSpc>
              <a:spcBef>
                <a:spcPts val="0"/>
              </a:spcBef>
              <a:spcAft>
                <a:spcPts val="0"/>
              </a:spcAft>
              <a:buSzPts val="10700"/>
              <a:buNone/>
              <a:defRPr/>
            </a:lvl4pPr>
            <a:lvl5pPr lvl="4" algn="l">
              <a:lnSpc>
                <a:spcPct val="90000"/>
              </a:lnSpc>
              <a:spcBef>
                <a:spcPts val="0"/>
              </a:spcBef>
              <a:spcAft>
                <a:spcPts val="0"/>
              </a:spcAft>
              <a:buSzPts val="10700"/>
              <a:buNone/>
              <a:defRPr/>
            </a:lvl5pPr>
            <a:lvl6pPr lvl="5" algn="l">
              <a:lnSpc>
                <a:spcPct val="90000"/>
              </a:lnSpc>
              <a:spcBef>
                <a:spcPts val="0"/>
              </a:spcBef>
              <a:spcAft>
                <a:spcPts val="0"/>
              </a:spcAft>
              <a:buSzPts val="10700"/>
              <a:buNone/>
              <a:defRPr/>
            </a:lvl6pPr>
            <a:lvl7pPr lvl="6" algn="l">
              <a:lnSpc>
                <a:spcPct val="90000"/>
              </a:lnSpc>
              <a:spcBef>
                <a:spcPts val="0"/>
              </a:spcBef>
              <a:spcAft>
                <a:spcPts val="0"/>
              </a:spcAft>
              <a:buSzPts val="10700"/>
              <a:buNone/>
              <a:defRPr/>
            </a:lvl7pPr>
            <a:lvl8pPr lvl="7" algn="l">
              <a:lnSpc>
                <a:spcPct val="90000"/>
              </a:lnSpc>
              <a:spcBef>
                <a:spcPts val="0"/>
              </a:spcBef>
              <a:spcAft>
                <a:spcPts val="0"/>
              </a:spcAft>
              <a:buSzPts val="10700"/>
              <a:buNone/>
              <a:defRPr/>
            </a:lvl8pPr>
            <a:lvl9pPr lvl="8" algn="l">
              <a:lnSpc>
                <a:spcPct val="90000"/>
              </a:lnSpc>
              <a:spcBef>
                <a:spcPts val="0"/>
              </a:spcBef>
              <a:spcAft>
                <a:spcPts val="0"/>
              </a:spcAft>
              <a:buSzPts val="10700"/>
              <a:buNone/>
              <a:defRPr/>
            </a:lvl9pPr>
          </a:lstStyle>
          <a:p>
            <a:endParaRPr/>
          </a:p>
        </p:txBody>
      </p:sp>
      <p:sp>
        <p:nvSpPr>
          <p:cNvPr id="75" name="Google Shape;75;p14"/>
          <p:cNvSpPr txBox="1"/>
          <p:nvPr/>
        </p:nvSpPr>
        <p:spPr>
          <a:xfrm>
            <a:off x="8503920" y="4023360"/>
            <a:ext cx="159105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Results</a:t>
            </a:r>
            <a:endParaRPr/>
          </a:p>
        </p:txBody>
      </p:sp>
      <p:sp>
        <p:nvSpPr>
          <p:cNvPr id="76" name="Google Shape;76;p14"/>
          <p:cNvSpPr txBox="1"/>
          <p:nvPr/>
        </p:nvSpPr>
        <p:spPr>
          <a:xfrm>
            <a:off x="24780240" y="1138428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References</a:t>
            </a:r>
            <a:endParaRPr/>
          </a:p>
        </p:txBody>
      </p:sp>
      <p:sp>
        <p:nvSpPr>
          <p:cNvPr id="77" name="Google Shape;77;p14"/>
          <p:cNvSpPr txBox="1"/>
          <p:nvPr/>
        </p:nvSpPr>
        <p:spPr>
          <a:xfrm>
            <a:off x="24780240" y="1613916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Acknowledgements</a:t>
            </a:r>
            <a:endParaRPr/>
          </a:p>
        </p:txBody>
      </p:sp>
      <p:sp>
        <p:nvSpPr>
          <p:cNvPr id="78" name="Google Shape;78;p14"/>
          <p:cNvSpPr txBox="1"/>
          <p:nvPr/>
        </p:nvSpPr>
        <p:spPr>
          <a:xfrm>
            <a:off x="24780240" y="402336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Discussion and Future Work</a:t>
            </a:r>
            <a:endParaRPr/>
          </a:p>
        </p:txBody>
      </p:sp>
      <p:sp>
        <p:nvSpPr>
          <p:cNvPr id="79" name="Google Shape;79;p14"/>
          <p:cNvSpPr txBox="1"/>
          <p:nvPr/>
        </p:nvSpPr>
        <p:spPr>
          <a:xfrm>
            <a:off x="365760" y="402336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Introduction</a:t>
            </a:r>
            <a:endParaRPr/>
          </a:p>
        </p:txBody>
      </p:sp>
      <p:sp>
        <p:nvSpPr>
          <p:cNvPr id="80" name="Google Shape;80;p14"/>
          <p:cNvSpPr txBox="1"/>
          <p:nvPr/>
        </p:nvSpPr>
        <p:spPr>
          <a:xfrm>
            <a:off x="365760" y="1261872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Methods</a:t>
            </a:r>
            <a:endParaRPr/>
          </a:p>
        </p:txBody>
      </p:sp>
      <p:sp>
        <p:nvSpPr>
          <p:cNvPr id="81" name="Google Shape;81;p14"/>
          <p:cNvSpPr txBox="1"/>
          <p:nvPr/>
        </p:nvSpPr>
        <p:spPr>
          <a:xfrm>
            <a:off x="365760" y="9692640"/>
            <a:ext cx="7772400" cy="708000"/>
          </a:xfrm>
          <a:prstGeom prst="rect">
            <a:avLst/>
          </a:prstGeom>
          <a:solidFill>
            <a:srgbClr val="990000"/>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45700" rIns="182875" bIns="45700" anchor="t" anchorCtr="0">
            <a:spAutoFit/>
          </a:bodyPr>
          <a:lstStyle/>
          <a:p>
            <a:pPr marL="6350" marR="0" lvl="0" indent="0" algn="ctr" rtl="0">
              <a:lnSpc>
                <a:spcPct val="100000"/>
              </a:lnSpc>
              <a:spcBef>
                <a:spcPts val="0"/>
              </a:spcBef>
              <a:spcAft>
                <a:spcPts val="0"/>
              </a:spcAft>
              <a:buClr>
                <a:schemeClr val="lt1"/>
              </a:buClr>
              <a:buSzPts val="4000"/>
              <a:buFont typeface="Arial"/>
              <a:buNone/>
            </a:pPr>
            <a:r>
              <a:rPr lang="en-US" sz="4000" b="1" i="0" u="none" strike="noStrike" cap="none">
                <a:solidFill>
                  <a:schemeClr val="lt1"/>
                </a:solidFill>
                <a:latin typeface="Arial"/>
                <a:ea typeface="Arial"/>
                <a:cs typeface="Arial"/>
                <a:sym typeface="Arial"/>
              </a:rPr>
              <a:t>Objective</a:t>
            </a:r>
            <a:endParaRPr/>
          </a:p>
        </p:txBody>
      </p:sp>
      <p:sp>
        <p:nvSpPr>
          <p:cNvPr id="82" name="Google Shape;82;p14"/>
          <p:cNvSpPr txBox="1">
            <a:spLocks noGrp="1"/>
          </p:cNvSpPr>
          <p:nvPr>
            <p:ph type="body" idx="1"/>
          </p:nvPr>
        </p:nvSpPr>
        <p:spPr>
          <a:xfrm>
            <a:off x="8503920" y="4754880"/>
            <a:ext cx="15910500" cy="148590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342900" algn="l">
              <a:lnSpc>
                <a:spcPct val="100000"/>
              </a:lnSpc>
              <a:spcBef>
                <a:spcPts val="12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83" name="Google Shape;83;p14"/>
          <p:cNvSpPr txBox="1">
            <a:spLocks noGrp="1"/>
          </p:cNvSpPr>
          <p:nvPr>
            <p:ph type="body" idx="2"/>
          </p:nvPr>
        </p:nvSpPr>
        <p:spPr>
          <a:xfrm>
            <a:off x="24780240" y="16870680"/>
            <a:ext cx="7772400" cy="27432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342900" algn="l">
              <a:lnSpc>
                <a:spcPct val="100000"/>
              </a:lnSpc>
              <a:spcBef>
                <a:spcPts val="12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84" name="Google Shape;84;p14"/>
          <p:cNvSpPr txBox="1">
            <a:spLocks noGrp="1"/>
          </p:cNvSpPr>
          <p:nvPr>
            <p:ph type="body" idx="3"/>
          </p:nvPr>
        </p:nvSpPr>
        <p:spPr>
          <a:xfrm>
            <a:off x="24780240" y="12115800"/>
            <a:ext cx="7772400" cy="36576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228600" algn="l">
              <a:lnSpc>
                <a:spcPct val="100000"/>
              </a:lnSpc>
              <a:spcBef>
                <a:spcPts val="1200"/>
              </a:spcBef>
              <a:spcAft>
                <a:spcPts val="0"/>
              </a:spcAft>
              <a:buClr>
                <a:schemeClr val="dk1"/>
              </a:buClr>
              <a:buSzPts val="3600"/>
              <a:buNone/>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85" name="Google Shape;85;p14"/>
          <p:cNvSpPr txBox="1">
            <a:spLocks noGrp="1"/>
          </p:cNvSpPr>
          <p:nvPr>
            <p:ph type="body" idx="4"/>
          </p:nvPr>
        </p:nvSpPr>
        <p:spPr>
          <a:xfrm>
            <a:off x="24780240" y="4754880"/>
            <a:ext cx="7772400" cy="62637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342900" algn="l">
              <a:lnSpc>
                <a:spcPct val="100000"/>
              </a:lnSpc>
              <a:spcBef>
                <a:spcPts val="12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86" name="Google Shape;86;p14"/>
          <p:cNvSpPr txBox="1">
            <a:spLocks noGrp="1"/>
          </p:cNvSpPr>
          <p:nvPr>
            <p:ph type="body" idx="5"/>
          </p:nvPr>
        </p:nvSpPr>
        <p:spPr>
          <a:xfrm>
            <a:off x="365760" y="4754880"/>
            <a:ext cx="7772400" cy="45720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228600" algn="l">
              <a:lnSpc>
                <a:spcPct val="100000"/>
              </a:lnSpc>
              <a:spcBef>
                <a:spcPts val="1200"/>
              </a:spcBef>
              <a:spcAft>
                <a:spcPts val="0"/>
              </a:spcAft>
              <a:buClr>
                <a:schemeClr val="dk1"/>
              </a:buClr>
              <a:buSzPts val="3600"/>
              <a:buNone/>
              <a:defRPr/>
            </a:lvl1pPr>
            <a:lvl2pPr marL="914400" lvl="1" indent="-228600" algn="l">
              <a:lnSpc>
                <a:spcPct val="100000"/>
              </a:lnSpc>
              <a:spcBef>
                <a:spcPts val="600"/>
              </a:spcBef>
              <a:spcAft>
                <a:spcPts val="0"/>
              </a:spcAft>
              <a:buClr>
                <a:schemeClr val="dk1"/>
              </a:buClr>
              <a:buSzPts val="3200"/>
              <a:buNone/>
              <a:defRPr/>
            </a:lvl2pPr>
            <a:lvl3pPr marL="1371600" lvl="2" indent="-228600" algn="l">
              <a:lnSpc>
                <a:spcPct val="100000"/>
              </a:lnSpc>
              <a:spcBef>
                <a:spcPts val="600"/>
              </a:spcBef>
              <a:spcAft>
                <a:spcPts val="0"/>
              </a:spcAft>
              <a:buClr>
                <a:schemeClr val="dk1"/>
              </a:buClr>
              <a:buSzPts val="2800"/>
              <a:buNone/>
              <a:defRPr/>
            </a:lvl3pPr>
            <a:lvl4pPr marL="1828800" lvl="3" indent="-228600" algn="l">
              <a:lnSpc>
                <a:spcPct val="95000"/>
              </a:lnSpc>
              <a:spcBef>
                <a:spcPts val="600"/>
              </a:spcBef>
              <a:spcAft>
                <a:spcPts val="0"/>
              </a:spcAft>
              <a:buClr>
                <a:schemeClr val="dk1"/>
              </a:buClr>
              <a:buSzPts val="2400"/>
              <a:buNone/>
              <a:defRPr/>
            </a:lvl4pPr>
            <a:lvl5pPr marL="2286000" lvl="4" indent="-228600" algn="l">
              <a:lnSpc>
                <a:spcPct val="90000"/>
              </a:lnSpc>
              <a:spcBef>
                <a:spcPts val="600"/>
              </a:spcBef>
              <a:spcAft>
                <a:spcPts val="0"/>
              </a:spcAft>
              <a:buClr>
                <a:schemeClr val="dk1"/>
              </a:buClr>
              <a:buSzPts val="2000"/>
              <a:buNone/>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87" name="Google Shape;87;p14"/>
          <p:cNvSpPr txBox="1">
            <a:spLocks noGrp="1"/>
          </p:cNvSpPr>
          <p:nvPr>
            <p:ph type="body" idx="6"/>
          </p:nvPr>
        </p:nvSpPr>
        <p:spPr>
          <a:xfrm>
            <a:off x="365760" y="13350240"/>
            <a:ext cx="7772400" cy="62637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342900" algn="l">
              <a:lnSpc>
                <a:spcPct val="100000"/>
              </a:lnSpc>
              <a:spcBef>
                <a:spcPts val="12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88" name="Google Shape;88;p14"/>
          <p:cNvSpPr txBox="1">
            <a:spLocks noGrp="1"/>
          </p:cNvSpPr>
          <p:nvPr>
            <p:ph type="body" idx="7"/>
          </p:nvPr>
        </p:nvSpPr>
        <p:spPr>
          <a:xfrm>
            <a:off x="365760" y="10424160"/>
            <a:ext cx="7772400" cy="18288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lvl1pPr marL="457200" lvl="0" indent="-228600" algn="l">
              <a:lnSpc>
                <a:spcPct val="100000"/>
              </a:lnSpc>
              <a:spcBef>
                <a:spcPts val="1200"/>
              </a:spcBef>
              <a:spcAft>
                <a:spcPts val="0"/>
              </a:spcAft>
              <a:buClr>
                <a:schemeClr val="dk1"/>
              </a:buClr>
              <a:buSzPts val="2800"/>
              <a:buNone/>
              <a:defRPr sz="2800"/>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1350"/>
              </a:spcBef>
              <a:spcAft>
                <a:spcPts val="0"/>
              </a:spcAft>
              <a:buClr>
                <a:schemeClr val="dk1"/>
              </a:buClr>
              <a:buSzPts val="1800"/>
              <a:buChar char="■"/>
              <a:defRPr/>
            </a:lvl6pPr>
            <a:lvl7pPr marL="3200400" lvl="6" indent="-342900" algn="l">
              <a:lnSpc>
                <a:spcPct val="90000"/>
              </a:lnSpc>
              <a:spcBef>
                <a:spcPts val="4600"/>
              </a:spcBef>
              <a:spcAft>
                <a:spcPts val="0"/>
              </a:spcAft>
              <a:buClr>
                <a:schemeClr val="dk1"/>
              </a:buClr>
              <a:buSzPts val="1800"/>
              <a:buChar char="●"/>
              <a:defRPr/>
            </a:lvl7pPr>
            <a:lvl8pPr marL="3657600" lvl="7" indent="-342900" algn="l">
              <a:lnSpc>
                <a:spcPct val="90000"/>
              </a:lnSpc>
              <a:spcBef>
                <a:spcPts val="4600"/>
              </a:spcBef>
              <a:spcAft>
                <a:spcPts val="0"/>
              </a:spcAft>
              <a:buClr>
                <a:schemeClr val="dk1"/>
              </a:buClr>
              <a:buSzPts val="1800"/>
              <a:buChar char="○"/>
              <a:defRPr/>
            </a:lvl8pPr>
            <a:lvl9pPr marL="4114800" lvl="8" indent="-342900" algn="l">
              <a:lnSpc>
                <a:spcPct val="90000"/>
              </a:lnSpc>
              <a:spcBef>
                <a:spcPts val="4600"/>
              </a:spcBef>
              <a:spcAft>
                <a:spcPts val="4600"/>
              </a:spcAft>
              <a:buClr>
                <a:schemeClr val="dk1"/>
              </a:buClr>
              <a:buSzPts val="1800"/>
              <a:buChar char="■"/>
              <a:defRPr/>
            </a:lvl9pPr>
          </a:lstStyle>
          <a:p>
            <a:endParaRPr/>
          </a:p>
        </p:txBody>
      </p:sp>
      <p:sp>
        <p:nvSpPr>
          <p:cNvPr id="89" name="Google Shape;89;p14"/>
          <p:cNvSpPr txBox="1"/>
          <p:nvPr/>
        </p:nvSpPr>
        <p:spPr>
          <a:xfrm>
            <a:off x="25799143" y="21129171"/>
            <a:ext cx="6300" cy="184800"/>
          </a:xfrm>
          <a:prstGeom prst="rect">
            <a:avLst/>
          </a:prstGeom>
          <a:solidFill>
            <a:schemeClr val="lt1"/>
          </a:solidFill>
          <a:ln>
            <a:noFill/>
          </a:ln>
        </p:spPr>
        <p:txBody>
          <a:bodyPr spcFirstLastPara="1" wrap="square" lIns="0" tIns="0" rIns="0" bIns="0" anchor="t" anchorCtr="0">
            <a:spAutoFit/>
          </a:bodyPr>
          <a:lstStyle/>
          <a:p>
            <a:pPr marL="635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122120" y="1898773"/>
            <a:ext cx="30674100" cy="2443500"/>
          </a:xfrm>
          <a:prstGeom prst="rect">
            <a:avLst/>
          </a:prstGeom>
          <a:noFill/>
          <a:ln>
            <a:noFill/>
          </a:ln>
        </p:spPr>
        <p:txBody>
          <a:bodyPr spcFirstLastPara="1" wrap="square" lIns="349450" tIns="349450" rIns="349450" bIns="349450" anchor="t" anchorCtr="0">
            <a:normAutofit/>
          </a:bodyPr>
          <a:lstStyle>
            <a:lvl1pPr lvl="0">
              <a:spcBef>
                <a:spcPts val="0"/>
              </a:spcBef>
              <a:spcAft>
                <a:spcPts val="0"/>
              </a:spcAft>
              <a:buClr>
                <a:schemeClr val="dk1"/>
              </a:buClr>
              <a:buSzPts val="10700"/>
              <a:buNone/>
              <a:defRPr sz="10700">
                <a:solidFill>
                  <a:schemeClr val="dk1"/>
                </a:solidFill>
              </a:defRPr>
            </a:lvl1pPr>
            <a:lvl2pPr lvl="1">
              <a:spcBef>
                <a:spcPts val="0"/>
              </a:spcBef>
              <a:spcAft>
                <a:spcPts val="0"/>
              </a:spcAft>
              <a:buClr>
                <a:schemeClr val="dk1"/>
              </a:buClr>
              <a:buSzPts val="10700"/>
              <a:buNone/>
              <a:defRPr sz="10700">
                <a:solidFill>
                  <a:schemeClr val="dk1"/>
                </a:solidFill>
              </a:defRPr>
            </a:lvl2pPr>
            <a:lvl3pPr lvl="2">
              <a:spcBef>
                <a:spcPts val="0"/>
              </a:spcBef>
              <a:spcAft>
                <a:spcPts val="0"/>
              </a:spcAft>
              <a:buClr>
                <a:schemeClr val="dk1"/>
              </a:buClr>
              <a:buSzPts val="10700"/>
              <a:buNone/>
              <a:defRPr sz="10700">
                <a:solidFill>
                  <a:schemeClr val="dk1"/>
                </a:solidFill>
              </a:defRPr>
            </a:lvl3pPr>
            <a:lvl4pPr lvl="3">
              <a:spcBef>
                <a:spcPts val="0"/>
              </a:spcBef>
              <a:spcAft>
                <a:spcPts val="0"/>
              </a:spcAft>
              <a:buClr>
                <a:schemeClr val="dk1"/>
              </a:buClr>
              <a:buSzPts val="10700"/>
              <a:buNone/>
              <a:defRPr sz="10700">
                <a:solidFill>
                  <a:schemeClr val="dk1"/>
                </a:solidFill>
              </a:defRPr>
            </a:lvl4pPr>
            <a:lvl5pPr lvl="4">
              <a:spcBef>
                <a:spcPts val="0"/>
              </a:spcBef>
              <a:spcAft>
                <a:spcPts val="0"/>
              </a:spcAft>
              <a:buClr>
                <a:schemeClr val="dk1"/>
              </a:buClr>
              <a:buSzPts val="10700"/>
              <a:buNone/>
              <a:defRPr sz="10700">
                <a:solidFill>
                  <a:schemeClr val="dk1"/>
                </a:solidFill>
              </a:defRPr>
            </a:lvl5pPr>
            <a:lvl6pPr lvl="5">
              <a:spcBef>
                <a:spcPts val="0"/>
              </a:spcBef>
              <a:spcAft>
                <a:spcPts val="0"/>
              </a:spcAft>
              <a:buClr>
                <a:schemeClr val="dk1"/>
              </a:buClr>
              <a:buSzPts val="10700"/>
              <a:buNone/>
              <a:defRPr sz="10700">
                <a:solidFill>
                  <a:schemeClr val="dk1"/>
                </a:solidFill>
              </a:defRPr>
            </a:lvl6pPr>
            <a:lvl7pPr lvl="6">
              <a:spcBef>
                <a:spcPts val="0"/>
              </a:spcBef>
              <a:spcAft>
                <a:spcPts val="0"/>
              </a:spcAft>
              <a:buClr>
                <a:schemeClr val="dk1"/>
              </a:buClr>
              <a:buSzPts val="10700"/>
              <a:buNone/>
              <a:defRPr sz="10700">
                <a:solidFill>
                  <a:schemeClr val="dk1"/>
                </a:solidFill>
              </a:defRPr>
            </a:lvl7pPr>
            <a:lvl8pPr lvl="7">
              <a:spcBef>
                <a:spcPts val="0"/>
              </a:spcBef>
              <a:spcAft>
                <a:spcPts val="0"/>
              </a:spcAft>
              <a:buClr>
                <a:schemeClr val="dk1"/>
              </a:buClr>
              <a:buSzPts val="10700"/>
              <a:buNone/>
              <a:defRPr sz="10700">
                <a:solidFill>
                  <a:schemeClr val="dk1"/>
                </a:solidFill>
              </a:defRPr>
            </a:lvl8pPr>
            <a:lvl9pPr lvl="8">
              <a:spcBef>
                <a:spcPts val="0"/>
              </a:spcBef>
              <a:spcAft>
                <a:spcPts val="0"/>
              </a:spcAft>
              <a:buClr>
                <a:schemeClr val="dk1"/>
              </a:buClr>
              <a:buSzPts val="10700"/>
              <a:buNone/>
              <a:defRPr sz="10700">
                <a:solidFill>
                  <a:schemeClr val="dk1"/>
                </a:solidFill>
              </a:defRPr>
            </a:lvl9pPr>
          </a:lstStyle>
          <a:p>
            <a:endParaRPr/>
          </a:p>
        </p:txBody>
      </p:sp>
      <p:sp>
        <p:nvSpPr>
          <p:cNvPr id="11" name="Google Shape;11;p1"/>
          <p:cNvSpPr txBox="1">
            <a:spLocks noGrp="1"/>
          </p:cNvSpPr>
          <p:nvPr>
            <p:ph type="body" idx="1"/>
          </p:nvPr>
        </p:nvSpPr>
        <p:spPr>
          <a:xfrm>
            <a:off x="1122120" y="4917227"/>
            <a:ext cx="30674100" cy="14576700"/>
          </a:xfrm>
          <a:prstGeom prst="rect">
            <a:avLst/>
          </a:prstGeom>
          <a:noFill/>
          <a:ln>
            <a:noFill/>
          </a:ln>
        </p:spPr>
        <p:txBody>
          <a:bodyPr spcFirstLastPara="1" wrap="square" lIns="349450" tIns="349450" rIns="349450" bIns="349450" anchor="t" anchorCtr="0">
            <a:normAutofit/>
          </a:bodyPr>
          <a:lstStyle>
            <a:lvl1pPr marL="457200" lvl="0" indent="-666750">
              <a:lnSpc>
                <a:spcPct val="115000"/>
              </a:lnSpc>
              <a:spcBef>
                <a:spcPts val="0"/>
              </a:spcBef>
              <a:spcAft>
                <a:spcPts val="0"/>
              </a:spcAft>
              <a:buClr>
                <a:schemeClr val="dk2"/>
              </a:buClr>
              <a:buSzPts val="6900"/>
              <a:buChar char="●"/>
              <a:defRPr sz="6900">
                <a:solidFill>
                  <a:schemeClr val="dk2"/>
                </a:solidFill>
              </a:defRPr>
            </a:lvl1pPr>
            <a:lvl2pPr marL="914400" lvl="1" indent="-571500">
              <a:lnSpc>
                <a:spcPct val="115000"/>
              </a:lnSpc>
              <a:spcBef>
                <a:spcPts val="0"/>
              </a:spcBef>
              <a:spcAft>
                <a:spcPts val="0"/>
              </a:spcAft>
              <a:buClr>
                <a:schemeClr val="dk2"/>
              </a:buClr>
              <a:buSzPts val="5400"/>
              <a:buChar char="○"/>
              <a:defRPr sz="5400">
                <a:solidFill>
                  <a:schemeClr val="dk2"/>
                </a:solidFill>
              </a:defRPr>
            </a:lvl2pPr>
            <a:lvl3pPr marL="1371600" lvl="2" indent="-571500">
              <a:lnSpc>
                <a:spcPct val="115000"/>
              </a:lnSpc>
              <a:spcBef>
                <a:spcPts val="0"/>
              </a:spcBef>
              <a:spcAft>
                <a:spcPts val="0"/>
              </a:spcAft>
              <a:buClr>
                <a:schemeClr val="dk2"/>
              </a:buClr>
              <a:buSzPts val="5400"/>
              <a:buChar char="■"/>
              <a:defRPr sz="5400">
                <a:solidFill>
                  <a:schemeClr val="dk2"/>
                </a:solidFill>
              </a:defRPr>
            </a:lvl3pPr>
            <a:lvl4pPr marL="1828800" lvl="3" indent="-571500">
              <a:lnSpc>
                <a:spcPct val="115000"/>
              </a:lnSpc>
              <a:spcBef>
                <a:spcPts val="0"/>
              </a:spcBef>
              <a:spcAft>
                <a:spcPts val="0"/>
              </a:spcAft>
              <a:buClr>
                <a:schemeClr val="dk2"/>
              </a:buClr>
              <a:buSzPts val="5400"/>
              <a:buChar char="●"/>
              <a:defRPr sz="5400">
                <a:solidFill>
                  <a:schemeClr val="dk2"/>
                </a:solidFill>
              </a:defRPr>
            </a:lvl4pPr>
            <a:lvl5pPr marL="2286000" lvl="4" indent="-571500">
              <a:lnSpc>
                <a:spcPct val="115000"/>
              </a:lnSpc>
              <a:spcBef>
                <a:spcPts val="0"/>
              </a:spcBef>
              <a:spcAft>
                <a:spcPts val="0"/>
              </a:spcAft>
              <a:buClr>
                <a:schemeClr val="dk2"/>
              </a:buClr>
              <a:buSzPts val="5400"/>
              <a:buChar char="○"/>
              <a:defRPr sz="5400">
                <a:solidFill>
                  <a:schemeClr val="dk2"/>
                </a:solidFill>
              </a:defRPr>
            </a:lvl5pPr>
            <a:lvl6pPr marL="2743200" lvl="5" indent="-571500">
              <a:lnSpc>
                <a:spcPct val="115000"/>
              </a:lnSpc>
              <a:spcBef>
                <a:spcPts val="0"/>
              </a:spcBef>
              <a:spcAft>
                <a:spcPts val="0"/>
              </a:spcAft>
              <a:buClr>
                <a:schemeClr val="dk2"/>
              </a:buClr>
              <a:buSzPts val="5400"/>
              <a:buChar char="■"/>
              <a:defRPr sz="5400">
                <a:solidFill>
                  <a:schemeClr val="dk2"/>
                </a:solidFill>
              </a:defRPr>
            </a:lvl6pPr>
            <a:lvl7pPr marL="3200400" lvl="6" indent="-571500">
              <a:lnSpc>
                <a:spcPct val="115000"/>
              </a:lnSpc>
              <a:spcBef>
                <a:spcPts val="0"/>
              </a:spcBef>
              <a:spcAft>
                <a:spcPts val="0"/>
              </a:spcAft>
              <a:buClr>
                <a:schemeClr val="dk2"/>
              </a:buClr>
              <a:buSzPts val="5400"/>
              <a:buChar char="●"/>
              <a:defRPr sz="5400">
                <a:solidFill>
                  <a:schemeClr val="dk2"/>
                </a:solidFill>
              </a:defRPr>
            </a:lvl7pPr>
            <a:lvl8pPr marL="3657600" lvl="7" indent="-571500">
              <a:lnSpc>
                <a:spcPct val="115000"/>
              </a:lnSpc>
              <a:spcBef>
                <a:spcPts val="0"/>
              </a:spcBef>
              <a:spcAft>
                <a:spcPts val="0"/>
              </a:spcAft>
              <a:buClr>
                <a:schemeClr val="dk2"/>
              </a:buClr>
              <a:buSzPts val="5400"/>
              <a:buChar char="○"/>
              <a:defRPr sz="5400">
                <a:solidFill>
                  <a:schemeClr val="dk2"/>
                </a:solidFill>
              </a:defRPr>
            </a:lvl8pPr>
            <a:lvl9pPr marL="4114800" lvl="8" indent="-571500">
              <a:lnSpc>
                <a:spcPct val="115000"/>
              </a:lnSpc>
              <a:spcBef>
                <a:spcPts val="0"/>
              </a:spcBef>
              <a:spcAft>
                <a:spcPts val="0"/>
              </a:spcAft>
              <a:buClr>
                <a:schemeClr val="dk2"/>
              </a:buClr>
              <a:buSzPts val="5400"/>
              <a:buChar char="■"/>
              <a:defRPr sz="5400">
                <a:solidFill>
                  <a:schemeClr val="dk2"/>
                </a:solidFill>
              </a:defRPr>
            </a:lvl9pPr>
          </a:lstStyle>
          <a:p>
            <a:endParaRPr/>
          </a:p>
        </p:txBody>
      </p:sp>
      <p:sp>
        <p:nvSpPr>
          <p:cNvPr id="12" name="Google Shape;12;p1"/>
          <p:cNvSpPr txBox="1">
            <a:spLocks noGrp="1"/>
          </p:cNvSpPr>
          <p:nvPr>
            <p:ph type="sldNum" idx="12"/>
          </p:nvPr>
        </p:nvSpPr>
        <p:spPr>
          <a:xfrm>
            <a:off x="30500848" y="19896392"/>
            <a:ext cx="1975200" cy="1679400"/>
          </a:xfrm>
          <a:prstGeom prst="rect">
            <a:avLst/>
          </a:prstGeom>
          <a:noFill/>
          <a:ln>
            <a:noFill/>
          </a:ln>
        </p:spPr>
        <p:txBody>
          <a:bodyPr spcFirstLastPara="1" wrap="square" lIns="349450" tIns="349450" rIns="349450" bIns="349450" anchor="ctr" anchorCtr="0">
            <a:normAutofit/>
          </a:bodyPr>
          <a:lstStyle>
            <a:lvl1pPr lvl="0" algn="r">
              <a:buNone/>
              <a:defRPr sz="3800">
                <a:solidFill>
                  <a:schemeClr val="dk2"/>
                </a:solidFill>
              </a:defRPr>
            </a:lvl1pPr>
            <a:lvl2pPr lvl="1" algn="r">
              <a:buNone/>
              <a:defRPr sz="3800">
                <a:solidFill>
                  <a:schemeClr val="dk2"/>
                </a:solidFill>
              </a:defRPr>
            </a:lvl2pPr>
            <a:lvl3pPr lvl="2" algn="r">
              <a:buNone/>
              <a:defRPr sz="3800">
                <a:solidFill>
                  <a:schemeClr val="dk2"/>
                </a:solidFill>
              </a:defRPr>
            </a:lvl3pPr>
            <a:lvl4pPr lvl="3" algn="r">
              <a:buNone/>
              <a:defRPr sz="3800">
                <a:solidFill>
                  <a:schemeClr val="dk2"/>
                </a:solidFill>
              </a:defRPr>
            </a:lvl4pPr>
            <a:lvl5pPr lvl="4" algn="r">
              <a:buNone/>
              <a:defRPr sz="3800">
                <a:solidFill>
                  <a:schemeClr val="dk2"/>
                </a:solidFill>
              </a:defRPr>
            </a:lvl5pPr>
            <a:lvl6pPr lvl="5" algn="r">
              <a:buNone/>
              <a:defRPr sz="3800">
                <a:solidFill>
                  <a:schemeClr val="dk2"/>
                </a:solidFill>
              </a:defRPr>
            </a:lvl6pPr>
            <a:lvl7pPr lvl="6" algn="r">
              <a:buNone/>
              <a:defRPr sz="3800">
                <a:solidFill>
                  <a:schemeClr val="dk2"/>
                </a:solidFill>
              </a:defRPr>
            </a:lvl7pPr>
            <a:lvl8pPr lvl="7" algn="r">
              <a:buNone/>
              <a:defRPr sz="3800">
                <a:solidFill>
                  <a:schemeClr val="dk2"/>
                </a:solidFill>
              </a:defRPr>
            </a:lvl8pPr>
            <a:lvl9pPr lvl="8" algn="r">
              <a:buNone/>
              <a:defRPr sz="38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body" idx="1"/>
          </p:nvPr>
        </p:nvSpPr>
        <p:spPr>
          <a:xfrm>
            <a:off x="365760" y="4754880"/>
            <a:ext cx="7772400" cy="119328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Autofit/>
          </a:bodyPr>
          <a:lstStyle/>
          <a:p>
            <a:pPr marL="0" marR="0" lvl="0" indent="0" algn="l" rtl="0">
              <a:lnSpc>
                <a:spcPct val="80000"/>
              </a:lnSpc>
              <a:spcBef>
                <a:spcPts val="0"/>
              </a:spcBef>
              <a:spcAft>
                <a:spcPts val="0"/>
              </a:spcAft>
              <a:buSzPts val="852"/>
              <a:buNone/>
            </a:pPr>
            <a:r>
              <a:rPr lang="en-US" sz="2949">
                <a:solidFill>
                  <a:srgbClr val="000000"/>
                </a:solidFill>
              </a:rPr>
              <a:t>Cancer therapy remains a major clinical challenge due to the dynamic and adaptive nature of tumor growth.</a:t>
            </a:r>
            <a:endParaRPr sz="2949">
              <a:solidFill>
                <a:srgbClr val="000000"/>
              </a:solidFill>
            </a:endParaRPr>
          </a:p>
          <a:p>
            <a:pPr marL="0" marR="0" lvl="0" indent="0" algn="l" rtl="0">
              <a:lnSpc>
                <a:spcPct val="80000"/>
              </a:lnSpc>
              <a:spcBef>
                <a:spcPts val="0"/>
              </a:spcBef>
              <a:spcAft>
                <a:spcPts val="0"/>
              </a:spcAft>
              <a:buSzPts val="852"/>
              <a:buNone/>
            </a:pPr>
            <a:endParaRPr sz="2949">
              <a:solidFill>
                <a:srgbClr val="000000"/>
              </a:solidFill>
            </a:endParaRPr>
          </a:p>
          <a:p>
            <a:pPr marL="0" marR="0" lvl="0" indent="0" algn="l" rtl="0">
              <a:lnSpc>
                <a:spcPct val="80000"/>
              </a:lnSpc>
              <a:spcBef>
                <a:spcPts val="0"/>
              </a:spcBef>
              <a:spcAft>
                <a:spcPts val="0"/>
              </a:spcAft>
              <a:buSzPts val="852"/>
              <a:buNone/>
            </a:pPr>
            <a:r>
              <a:rPr lang="en-US" sz="2949">
                <a:solidFill>
                  <a:srgbClr val="000000"/>
                </a:solidFill>
              </a:rPr>
              <a:t>Nanoparticle-based therapies offer a powerful approach for targeted drug delivery in cancer treatment, enabling controlled intracellular release, reduced systemic toxicity, and improved tumor targeting. </a:t>
            </a:r>
            <a:endParaRPr sz="2949">
              <a:solidFill>
                <a:srgbClr val="000000"/>
              </a:solidFill>
            </a:endParaRPr>
          </a:p>
          <a:p>
            <a:pPr marL="0" marR="0" lvl="0" indent="0" algn="l" rtl="0">
              <a:lnSpc>
                <a:spcPct val="80000"/>
              </a:lnSpc>
              <a:spcBef>
                <a:spcPts val="0"/>
              </a:spcBef>
              <a:spcAft>
                <a:spcPts val="0"/>
              </a:spcAft>
              <a:buSzPts val="852"/>
              <a:buNone/>
            </a:pPr>
            <a:endParaRPr sz="2949">
              <a:solidFill>
                <a:srgbClr val="000000"/>
              </a:solidFill>
            </a:endParaRPr>
          </a:p>
          <a:p>
            <a:pPr marL="0" marR="0" lvl="0" indent="0" algn="l" rtl="0">
              <a:lnSpc>
                <a:spcPct val="80000"/>
              </a:lnSpc>
              <a:spcBef>
                <a:spcPts val="0"/>
              </a:spcBef>
              <a:spcAft>
                <a:spcPts val="0"/>
              </a:spcAft>
              <a:buSzPts val="852"/>
              <a:buNone/>
            </a:pPr>
            <a:r>
              <a:rPr lang="en-US" sz="2949">
                <a:solidFill>
                  <a:srgbClr val="000000"/>
                </a:solidFill>
              </a:rPr>
              <a:t> However, optimal delivery strategies remain a challenge due to tumor heterogeneity and the complex pharmacokinetics of nanoparticles (NPs). </a:t>
            </a:r>
            <a:endParaRPr sz="2949">
              <a:solidFill>
                <a:srgbClr val="000000"/>
              </a:solidFill>
            </a:endParaRPr>
          </a:p>
          <a:p>
            <a:pPr marL="0" marR="0" lvl="0" indent="0" algn="l" rtl="0">
              <a:lnSpc>
                <a:spcPct val="80000"/>
              </a:lnSpc>
              <a:spcBef>
                <a:spcPts val="0"/>
              </a:spcBef>
              <a:spcAft>
                <a:spcPts val="0"/>
              </a:spcAft>
              <a:buSzPts val="852"/>
              <a:buNone/>
            </a:pPr>
            <a:endParaRPr sz="2949">
              <a:solidFill>
                <a:srgbClr val="000000"/>
              </a:solidFill>
            </a:endParaRPr>
          </a:p>
          <a:p>
            <a:pPr marL="0" marR="0" lvl="0" indent="0" algn="l" rtl="0">
              <a:lnSpc>
                <a:spcPct val="80000"/>
              </a:lnSpc>
              <a:spcBef>
                <a:spcPts val="0"/>
              </a:spcBef>
              <a:spcAft>
                <a:spcPts val="0"/>
              </a:spcAft>
              <a:buSzPts val="852"/>
              <a:buNone/>
            </a:pPr>
            <a:r>
              <a:rPr lang="en-US" sz="2949">
                <a:solidFill>
                  <a:srgbClr val="000000"/>
                </a:solidFill>
              </a:rPr>
              <a:t>To explore these dynamics, we used </a:t>
            </a:r>
            <a:r>
              <a:rPr lang="en-US" sz="2949" b="1">
                <a:solidFill>
                  <a:srgbClr val="000000"/>
                </a:solidFill>
              </a:rPr>
              <a:t>pc4nanobio</a:t>
            </a:r>
            <a:r>
              <a:rPr lang="en-US" sz="2949">
                <a:solidFill>
                  <a:srgbClr val="000000"/>
                </a:solidFill>
              </a:rPr>
              <a:t>, a high-throughput, agent-based modeling framework built on PhysiCell, which enables detailed simulation of NP internalization, and intracellular drug release.</a:t>
            </a:r>
            <a:endParaRPr sz="2949">
              <a:solidFill>
                <a:srgbClr val="000000"/>
              </a:solidFill>
            </a:endParaRPr>
          </a:p>
          <a:p>
            <a:pPr marL="0" marR="0" lvl="0" indent="0" algn="l" rtl="0">
              <a:lnSpc>
                <a:spcPct val="80000"/>
              </a:lnSpc>
              <a:spcBef>
                <a:spcPts val="0"/>
              </a:spcBef>
              <a:spcAft>
                <a:spcPts val="0"/>
              </a:spcAft>
              <a:buSzPts val="852"/>
              <a:buNone/>
            </a:pPr>
            <a:endParaRPr sz="2949">
              <a:solidFill>
                <a:srgbClr val="000000"/>
              </a:solidFill>
            </a:endParaRPr>
          </a:p>
          <a:p>
            <a:pPr marL="0" marR="0" lvl="0" indent="0" algn="l" rtl="0">
              <a:lnSpc>
                <a:spcPct val="80000"/>
              </a:lnSpc>
              <a:spcBef>
                <a:spcPts val="0"/>
              </a:spcBef>
              <a:spcAft>
                <a:spcPts val="0"/>
              </a:spcAft>
              <a:buSzPts val="852"/>
              <a:buNone/>
            </a:pPr>
            <a:r>
              <a:rPr lang="en-US" sz="2949">
                <a:solidFill>
                  <a:srgbClr val="000000"/>
                </a:solidFill>
              </a:rPr>
              <a:t> Our model captures the interaction between drug-loaded NPs and individual tumor cells in a 3D spheroid, allowing us to evaluate how varying dose schedules and mechanisms affect tumor growth suppression. This work contributes toward understanding biologically realistic cancer nanotherapy strategies.</a:t>
            </a:r>
            <a:endParaRPr sz="2949">
              <a:solidFill>
                <a:srgbClr val="000000"/>
              </a:solidFill>
            </a:endParaRPr>
          </a:p>
          <a:p>
            <a:pPr marL="0" marR="0" lvl="0" indent="0" algn="l" rtl="0">
              <a:lnSpc>
                <a:spcPct val="80000"/>
              </a:lnSpc>
              <a:spcBef>
                <a:spcPts val="0"/>
              </a:spcBef>
              <a:spcAft>
                <a:spcPts val="0"/>
              </a:spcAft>
              <a:buSzPts val="852"/>
              <a:buNone/>
            </a:pPr>
            <a:endParaRPr sz="2949">
              <a:solidFill>
                <a:srgbClr val="000000"/>
              </a:solidFill>
            </a:endParaRPr>
          </a:p>
          <a:p>
            <a:pPr marL="0" marR="0" lvl="0" indent="0" algn="l" rtl="0">
              <a:lnSpc>
                <a:spcPct val="80000"/>
              </a:lnSpc>
              <a:spcBef>
                <a:spcPts val="0"/>
              </a:spcBef>
              <a:spcAft>
                <a:spcPts val="0"/>
              </a:spcAft>
              <a:buSzPts val="852"/>
              <a:buNone/>
            </a:pPr>
            <a:endParaRPr sz="2949">
              <a:solidFill>
                <a:srgbClr val="000000"/>
              </a:solidFill>
            </a:endParaRPr>
          </a:p>
          <a:p>
            <a:pPr marL="0" marR="0" lvl="0" indent="0" algn="l" rtl="0">
              <a:lnSpc>
                <a:spcPct val="80000"/>
              </a:lnSpc>
              <a:spcBef>
                <a:spcPts val="0"/>
              </a:spcBef>
              <a:spcAft>
                <a:spcPts val="0"/>
              </a:spcAft>
              <a:buSzPts val="852"/>
              <a:buNone/>
            </a:pPr>
            <a:endParaRPr sz="2949">
              <a:solidFill>
                <a:srgbClr val="000000"/>
              </a:solidFill>
            </a:endParaRPr>
          </a:p>
          <a:p>
            <a:pPr marL="0" marR="0" lvl="0" indent="0" algn="l" rtl="0">
              <a:lnSpc>
                <a:spcPct val="80000"/>
              </a:lnSpc>
              <a:spcBef>
                <a:spcPts val="0"/>
              </a:spcBef>
              <a:spcAft>
                <a:spcPts val="0"/>
              </a:spcAft>
              <a:buSzPts val="852"/>
              <a:buNone/>
            </a:pPr>
            <a:endParaRPr sz="2949">
              <a:solidFill>
                <a:srgbClr val="000000"/>
              </a:solidFill>
            </a:endParaRPr>
          </a:p>
          <a:p>
            <a:pPr marL="0" marR="0" lvl="0" indent="0" algn="l" rtl="0">
              <a:lnSpc>
                <a:spcPct val="80000"/>
              </a:lnSpc>
              <a:spcBef>
                <a:spcPts val="0"/>
              </a:spcBef>
              <a:spcAft>
                <a:spcPts val="0"/>
              </a:spcAft>
              <a:buSzPts val="852"/>
              <a:buNone/>
            </a:pPr>
            <a:endParaRPr sz="2949">
              <a:solidFill>
                <a:srgbClr val="000000"/>
              </a:solidFill>
            </a:endParaRPr>
          </a:p>
          <a:p>
            <a:pPr marL="0" marR="0" lvl="0" indent="0" algn="l" rtl="0">
              <a:lnSpc>
                <a:spcPct val="80000"/>
              </a:lnSpc>
              <a:spcBef>
                <a:spcPts val="0"/>
              </a:spcBef>
              <a:spcAft>
                <a:spcPts val="0"/>
              </a:spcAft>
              <a:buSzPts val="852"/>
              <a:buNone/>
            </a:pPr>
            <a:endParaRPr sz="2949">
              <a:solidFill>
                <a:srgbClr val="000000"/>
              </a:solidFill>
            </a:endParaRPr>
          </a:p>
        </p:txBody>
      </p:sp>
      <p:sp>
        <p:nvSpPr>
          <p:cNvPr id="95" name="Google Shape;95;p15"/>
          <p:cNvSpPr txBox="1">
            <a:spLocks noGrp="1"/>
          </p:cNvSpPr>
          <p:nvPr>
            <p:ph type="body" idx="2"/>
          </p:nvPr>
        </p:nvSpPr>
        <p:spPr>
          <a:xfrm>
            <a:off x="8503920" y="4754880"/>
            <a:ext cx="7772400" cy="148590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p>
            <a:pPr marL="0" lvl="0" indent="0" algn="l" rtl="0">
              <a:lnSpc>
                <a:spcPct val="100000"/>
              </a:lnSpc>
              <a:spcBef>
                <a:spcPts val="0"/>
              </a:spcBef>
              <a:spcAft>
                <a:spcPts val="0"/>
              </a:spcAft>
              <a:buNone/>
            </a:pPr>
            <a:r>
              <a:rPr lang="en-US" sz="1400" b="1" dirty="0"/>
              <a:t>Model Framework and Therapy Design</a:t>
            </a:r>
            <a:endParaRPr sz="1400" b="1" dirty="0"/>
          </a:p>
          <a:p>
            <a:pPr marL="347662" lvl="0" indent="-297497" algn="l" rtl="0">
              <a:lnSpc>
                <a:spcPct val="100000"/>
              </a:lnSpc>
              <a:spcBef>
                <a:spcPts val="0"/>
              </a:spcBef>
              <a:spcAft>
                <a:spcPts val="0"/>
              </a:spcAft>
              <a:buClr>
                <a:schemeClr val="dk1"/>
              </a:buClr>
              <a:buSzPts val="1400"/>
              <a:buChar char="●"/>
            </a:pPr>
            <a:r>
              <a:rPr lang="en-US" sz="1400" dirty="0"/>
              <a:t>Simulations were implemented using the pc4nanobio framework, an extension built upon </a:t>
            </a:r>
            <a:r>
              <a:rPr lang="en-US" sz="1400" dirty="0" err="1"/>
              <a:t>PhysiCell</a:t>
            </a:r>
            <a:r>
              <a:rPr lang="en-US" sz="1400" dirty="0"/>
              <a:t> (version 1.10.4) [5]. A 3D tumor spheroid model was constructed to study drug delivery and therapy responses.</a:t>
            </a:r>
            <a:endParaRPr sz="1400" dirty="0"/>
          </a:p>
          <a:p>
            <a:pPr marL="0" lvl="0" indent="0" algn="l" rtl="0">
              <a:lnSpc>
                <a:spcPct val="100000"/>
              </a:lnSpc>
              <a:spcBef>
                <a:spcPts val="0"/>
              </a:spcBef>
              <a:spcAft>
                <a:spcPts val="0"/>
              </a:spcAft>
              <a:buNone/>
            </a:pPr>
            <a:endParaRPr sz="1400" dirty="0"/>
          </a:p>
          <a:p>
            <a:pPr marL="347662" lvl="0" indent="0" algn="l" rtl="0">
              <a:lnSpc>
                <a:spcPct val="100000"/>
              </a:lnSpc>
              <a:spcBef>
                <a:spcPts val="0"/>
              </a:spcBef>
              <a:spcAft>
                <a:spcPts val="0"/>
              </a:spcAft>
              <a:buNone/>
            </a:pPr>
            <a:r>
              <a:rPr lang="en-US" sz="1400" dirty="0"/>
              <a:t>Four distinct therapeutic strategies were evaluated:</a:t>
            </a:r>
            <a:endParaRPr sz="1400" dirty="0"/>
          </a:p>
          <a:p>
            <a:pPr marL="688975" lvl="1" indent="-315912" algn="l" rtl="0">
              <a:lnSpc>
                <a:spcPct val="100000"/>
              </a:lnSpc>
              <a:spcBef>
                <a:spcPts val="0"/>
              </a:spcBef>
              <a:spcAft>
                <a:spcPts val="0"/>
              </a:spcAft>
              <a:buClr>
                <a:schemeClr val="dk1"/>
              </a:buClr>
              <a:buSzPts val="1400"/>
              <a:buChar char="○"/>
            </a:pPr>
            <a:r>
              <a:rPr lang="en-US" sz="1400" dirty="0"/>
              <a:t>(1) Baseline Therapy — Two moderate-dose drug administrations at Day 5 and Day 10.</a:t>
            </a:r>
            <a:endParaRPr sz="1400" dirty="0"/>
          </a:p>
          <a:p>
            <a:pPr marL="688975" lvl="1" indent="-315912" algn="l" rtl="0">
              <a:lnSpc>
                <a:spcPct val="100000"/>
              </a:lnSpc>
              <a:spcBef>
                <a:spcPts val="0"/>
              </a:spcBef>
              <a:spcAft>
                <a:spcPts val="0"/>
              </a:spcAft>
              <a:buClr>
                <a:schemeClr val="dk1"/>
              </a:buClr>
              <a:buSzPts val="1400"/>
              <a:buChar char="○"/>
            </a:pPr>
            <a:r>
              <a:rPr lang="en-US" sz="1400"/>
              <a:t>(2) Metronomic Therapy — Frequent low-dose therapies delivered every ~4 days (Days 3, 7, 11, 15, 19, 23).</a:t>
            </a:r>
            <a:endParaRPr sz="1400"/>
          </a:p>
          <a:p>
            <a:pPr marL="688975" lvl="1" indent="-315912" algn="l" rtl="0">
              <a:lnSpc>
                <a:spcPct val="100000"/>
              </a:lnSpc>
              <a:spcBef>
                <a:spcPts val="0"/>
              </a:spcBef>
              <a:spcAft>
                <a:spcPts val="0"/>
              </a:spcAft>
              <a:buClr>
                <a:schemeClr val="dk1"/>
              </a:buClr>
              <a:buSzPts val="1400"/>
              <a:buChar char="○"/>
            </a:pPr>
            <a:r>
              <a:rPr lang="en-US" sz="1400" dirty="0"/>
              <a:t>(3) Single High Dose Therapy — A single high-dose drug pulse applied at Day 5.</a:t>
            </a:r>
            <a:endParaRPr sz="1400" dirty="0"/>
          </a:p>
          <a:p>
            <a:pPr marL="688975" lvl="1" indent="-315912" algn="l" rtl="0">
              <a:lnSpc>
                <a:spcPct val="100000"/>
              </a:lnSpc>
              <a:spcBef>
                <a:spcPts val="0"/>
              </a:spcBef>
              <a:spcAft>
                <a:spcPts val="0"/>
              </a:spcAft>
              <a:buClr>
                <a:schemeClr val="dk1"/>
              </a:buClr>
              <a:buSzPts val="1400"/>
              <a:buChar char="○"/>
            </a:pPr>
            <a:r>
              <a:rPr lang="en-US" sz="1400" dirty="0"/>
              <a:t>(4) Adaptive Therapy — Therapy dynamically activated when tumor size exceeded 850 live cells and deactivated when below 600 live cells.</a:t>
            </a:r>
            <a:endParaRPr sz="1400" dirty="0"/>
          </a:p>
          <a:p>
            <a:pPr marL="347662" lvl="0" indent="-297497" algn="l" rtl="0">
              <a:lnSpc>
                <a:spcPct val="100000"/>
              </a:lnSpc>
              <a:spcBef>
                <a:spcPts val="0"/>
              </a:spcBef>
              <a:spcAft>
                <a:spcPts val="0"/>
              </a:spcAft>
              <a:buClr>
                <a:schemeClr val="dk1"/>
              </a:buClr>
              <a:buSzPts val="1400"/>
              <a:buChar char="●"/>
            </a:pPr>
            <a:r>
              <a:rPr lang="en-US" sz="1400" dirty="0"/>
              <a:t>Each therapy was simulated for  30 days, and tumor response was monitored through cell counts and phenotypic changes.</a:t>
            </a:r>
            <a:endParaRPr sz="1400" dirty="0"/>
          </a:p>
          <a:p>
            <a:pPr marL="0" lvl="0" indent="0" algn="l" rtl="0">
              <a:lnSpc>
                <a:spcPct val="100000"/>
              </a:lnSpc>
              <a:spcBef>
                <a:spcPts val="0"/>
              </a:spcBef>
              <a:spcAft>
                <a:spcPts val="0"/>
              </a:spcAft>
              <a:buNone/>
            </a:pPr>
            <a:r>
              <a:rPr lang="en-US" sz="1400" b="1" dirty="0"/>
              <a:t>Key Parameters Used</a:t>
            </a:r>
            <a:endParaRPr sz="1400"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endParaRPr sz="1400" b="1" dirty="0"/>
          </a:p>
          <a:p>
            <a:pPr marL="0" lvl="0" indent="0" algn="l" rtl="0">
              <a:lnSpc>
                <a:spcPct val="100000"/>
              </a:lnSpc>
              <a:spcBef>
                <a:spcPts val="0"/>
              </a:spcBef>
              <a:spcAft>
                <a:spcPts val="0"/>
              </a:spcAft>
              <a:buNone/>
            </a:pPr>
            <a:r>
              <a:rPr lang="en-US" sz="1400" b="1" dirty="0"/>
              <a:t>Drug Effect Modeling and Therapy Logic</a:t>
            </a:r>
            <a:endParaRPr sz="1400" b="1" dirty="0"/>
          </a:p>
          <a:p>
            <a:pPr marL="347662" lvl="0" indent="-297497" algn="l" rtl="0">
              <a:lnSpc>
                <a:spcPct val="100000"/>
              </a:lnSpc>
              <a:spcBef>
                <a:spcPts val="0"/>
              </a:spcBef>
              <a:spcAft>
                <a:spcPts val="0"/>
              </a:spcAft>
              <a:buClr>
                <a:schemeClr val="dk1"/>
              </a:buClr>
              <a:buSzPts val="1400"/>
              <a:buChar char="●"/>
            </a:pPr>
            <a:r>
              <a:rPr lang="en-US" sz="1400" dirty="0"/>
              <a:t>In Baseline, Metronomic, and Adaptive therapies, drug-induced apoptosis was modeled using an AUC-based pharmacodynamic function:</a:t>
            </a:r>
            <a:endParaRPr sz="1400" dirty="0"/>
          </a:p>
          <a:p>
            <a:pPr marL="347662" lvl="0" indent="-297497" algn="l" rtl="0">
              <a:lnSpc>
                <a:spcPct val="100000"/>
              </a:lnSpc>
              <a:spcBef>
                <a:spcPts val="0"/>
              </a:spcBef>
              <a:spcAft>
                <a:spcPts val="0"/>
              </a:spcAft>
              <a:buClr>
                <a:schemeClr val="dk1"/>
              </a:buClr>
              <a:buSzPts val="1400"/>
              <a:buChar char="●"/>
            </a:pPr>
            <a:r>
              <a:rPr lang="en-US" sz="1400" b="1" dirty="0"/>
              <a:t>Drug Effect = (</a:t>
            </a:r>
            <a:r>
              <a:rPr lang="en-US" sz="1400" b="1" dirty="0" err="1"/>
              <a:t>AUC^HillPower</a:t>
            </a:r>
            <a:r>
              <a:rPr lang="en-US" sz="1400" b="1" dirty="0"/>
              <a:t>) / (</a:t>
            </a:r>
            <a:r>
              <a:rPr lang="en-US" sz="1400" b="1" dirty="0" err="1"/>
              <a:t>AUC^HillPower</a:t>
            </a:r>
            <a:r>
              <a:rPr lang="en-US" sz="1400" b="1" dirty="0"/>
              <a:t> + EC50^HillPower)</a:t>
            </a:r>
            <a:endParaRPr sz="1400" b="1" dirty="0"/>
          </a:p>
          <a:p>
            <a:pPr marL="347662" lvl="0" indent="-297497" algn="l" rtl="0">
              <a:lnSpc>
                <a:spcPct val="100000"/>
              </a:lnSpc>
              <a:spcBef>
                <a:spcPts val="0"/>
              </a:spcBef>
              <a:spcAft>
                <a:spcPts val="0"/>
              </a:spcAft>
              <a:buClr>
                <a:schemeClr val="dk1"/>
              </a:buClr>
              <a:buSzPts val="1400"/>
              <a:buChar char="●"/>
            </a:pPr>
            <a:r>
              <a:rPr lang="en-US" sz="1400" dirty="0"/>
              <a:t>For Single High Dose therapy, the drug effect was modeled based on instantaneous extracellular drug concentration C:</a:t>
            </a:r>
            <a:endParaRPr sz="1400" dirty="0"/>
          </a:p>
          <a:p>
            <a:pPr marL="347662" lvl="0" indent="-297497" algn="l" rtl="0">
              <a:lnSpc>
                <a:spcPct val="100000"/>
              </a:lnSpc>
              <a:spcBef>
                <a:spcPts val="0"/>
              </a:spcBef>
              <a:spcAft>
                <a:spcPts val="0"/>
              </a:spcAft>
              <a:buClr>
                <a:schemeClr val="dk1"/>
              </a:buClr>
              <a:buSzPts val="1400"/>
              <a:buChar char="●"/>
            </a:pPr>
            <a:r>
              <a:rPr lang="en-US" sz="1400" b="1" dirty="0"/>
              <a:t>Drug Effect = (</a:t>
            </a:r>
            <a:r>
              <a:rPr lang="en-US" sz="1400" b="1" dirty="0" err="1"/>
              <a:t>C^HillPower</a:t>
            </a:r>
            <a:r>
              <a:rPr lang="en-US" sz="1400" b="1" dirty="0"/>
              <a:t>) / (</a:t>
            </a:r>
            <a:r>
              <a:rPr lang="en-US" sz="1400" b="1" dirty="0" err="1"/>
              <a:t>C^HillPower</a:t>
            </a:r>
            <a:r>
              <a:rPr lang="en-US" sz="1400" b="1" dirty="0"/>
              <a:t> + EC50^HillPower)</a:t>
            </a:r>
            <a:endParaRPr sz="1400" b="1" dirty="0"/>
          </a:p>
          <a:p>
            <a:pPr marL="347662" lvl="0" indent="-297497" algn="l" rtl="0">
              <a:lnSpc>
                <a:spcPct val="100000"/>
              </a:lnSpc>
              <a:spcBef>
                <a:spcPts val="0"/>
              </a:spcBef>
              <a:spcAft>
                <a:spcPts val="0"/>
              </a:spcAft>
              <a:buClr>
                <a:schemeClr val="dk1"/>
              </a:buClr>
              <a:buSzPts val="1400"/>
              <a:buChar char="●"/>
            </a:pPr>
            <a:r>
              <a:rPr lang="en-US" sz="1400" dirty="0"/>
              <a:t>In Adaptive Therapy, treatment was dynamically activated when live tumor cells exceeded 850 agents and deactivated when the count dropped below 600 agents.</a:t>
            </a:r>
            <a:endParaRPr sz="1400" dirty="0"/>
          </a:p>
          <a:p>
            <a:pPr marL="347662" lvl="0" indent="0" algn="l" rtl="0">
              <a:lnSpc>
                <a:spcPct val="100000"/>
              </a:lnSpc>
              <a:spcBef>
                <a:spcPts val="0"/>
              </a:spcBef>
              <a:spcAft>
                <a:spcPts val="0"/>
              </a:spcAft>
              <a:buNone/>
            </a:pPr>
            <a:endParaRPr sz="1400" dirty="0"/>
          </a:p>
          <a:p>
            <a:pPr marL="0" lvl="0" indent="0" algn="l" rtl="0">
              <a:lnSpc>
                <a:spcPct val="100000"/>
              </a:lnSpc>
              <a:spcBef>
                <a:spcPts val="0"/>
              </a:spcBef>
              <a:spcAft>
                <a:spcPts val="0"/>
              </a:spcAft>
              <a:buNone/>
            </a:pPr>
            <a:r>
              <a:rPr lang="en-US" sz="1400" b="1" dirty="0"/>
              <a:t>Microenvironment Parameters</a:t>
            </a:r>
            <a:endParaRPr sz="1400" dirty="0"/>
          </a:p>
        </p:txBody>
      </p:sp>
      <p:sp>
        <p:nvSpPr>
          <p:cNvPr id="96" name="Google Shape;96;p15"/>
          <p:cNvSpPr txBox="1">
            <a:spLocks noGrp="1"/>
          </p:cNvSpPr>
          <p:nvPr>
            <p:ph type="body" idx="3"/>
          </p:nvPr>
        </p:nvSpPr>
        <p:spPr>
          <a:xfrm>
            <a:off x="16642075" y="8801301"/>
            <a:ext cx="7772400" cy="108126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a:bodyPr>
          <a:lstStyle/>
          <a:p>
            <a:pPr marL="0" lvl="0" indent="0" algn="l" rtl="0">
              <a:lnSpc>
                <a:spcPct val="100000"/>
              </a:lnSpc>
              <a:spcBef>
                <a:spcPts val="0"/>
              </a:spcBef>
              <a:spcAft>
                <a:spcPts val="0"/>
              </a:spcAft>
              <a:buNone/>
            </a:pPr>
            <a:r>
              <a:rPr lang="en-US" sz="1700"/>
              <a:t>.</a:t>
            </a:r>
            <a:endParaRPr sz="1700"/>
          </a:p>
        </p:txBody>
      </p:sp>
      <p:sp>
        <p:nvSpPr>
          <p:cNvPr id="97" name="Google Shape;97;p15"/>
          <p:cNvSpPr txBox="1">
            <a:spLocks noGrp="1"/>
          </p:cNvSpPr>
          <p:nvPr>
            <p:ph type="body" idx="4"/>
          </p:nvPr>
        </p:nvSpPr>
        <p:spPr>
          <a:xfrm>
            <a:off x="24780240" y="16870680"/>
            <a:ext cx="7772400" cy="27432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fontScale="55000" lnSpcReduction="20000"/>
          </a:bodyPr>
          <a:lstStyle/>
          <a:p>
            <a:pPr marL="347662" lvl="0" indent="0" algn="l" rtl="0">
              <a:lnSpc>
                <a:spcPct val="100000"/>
              </a:lnSpc>
              <a:spcBef>
                <a:spcPts val="1200"/>
              </a:spcBef>
              <a:spcAft>
                <a:spcPts val="0"/>
              </a:spcAft>
              <a:buNone/>
            </a:pPr>
            <a:r>
              <a:rPr lang="en-US"/>
              <a:t>We want to thank  Paul Macklin for developing the PhysiCell platform, which was essential to the implementation of our simulations.</a:t>
            </a:r>
            <a:endParaRPr/>
          </a:p>
        </p:txBody>
      </p:sp>
      <p:sp>
        <p:nvSpPr>
          <p:cNvPr id="98" name="Google Shape;98;p15"/>
          <p:cNvSpPr txBox="1">
            <a:spLocks noGrp="1"/>
          </p:cNvSpPr>
          <p:nvPr>
            <p:ph type="body" idx="5"/>
          </p:nvPr>
        </p:nvSpPr>
        <p:spPr>
          <a:xfrm>
            <a:off x="24780240" y="12115800"/>
            <a:ext cx="7772400" cy="36576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Autofit/>
          </a:bodyPr>
          <a:lstStyle/>
          <a:p>
            <a:pPr marL="342900" lvl="0" indent="-342900" algn="l" rtl="0">
              <a:lnSpc>
                <a:spcPct val="80000"/>
              </a:lnSpc>
              <a:spcBef>
                <a:spcPts val="1200"/>
              </a:spcBef>
              <a:spcAft>
                <a:spcPts val="0"/>
              </a:spcAft>
              <a:buClr>
                <a:schemeClr val="dk1"/>
              </a:buClr>
              <a:buSzPts val="900"/>
              <a:buNone/>
            </a:pPr>
            <a:r>
              <a:rPr lang="en-US" sz="1525"/>
              <a:t>[1] Y. Wang, E. Bucher, H. Rocha, V. Jadhao, J. Metzcar, R. Heiland, H. B. Frieboes, and P. Macklin, “Drug-loaded nanoparticles for cancer therapy: a high-throughput multicellular agent-based modeling study,” bioRxiv, preprint, Apr. 9, 2024. doi: 10.1101/2024.04.09.588498. </a:t>
            </a:r>
            <a:endParaRPr sz="1525"/>
          </a:p>
          <a:p>
            <a:pPr marL="342900" lvl="0" indent="-342900" algn="l" rtl="0">
              <a:lnSpc>
                <a:spcPct val="80000"/>
              </a:lnSpc>
              <a:spcBef>
                <a:spcPts val="1200"/>
              </a:spcBef>
              <a:spcAft>
                <a:spcPts val="0"/>
              </a:spcAft>
              <a:buClr>
                <a:schemeClr val="dk1"/>
              </a:buClr>
              <a:buSzPts val="900"/>
              <a:buNone/>
            </a:pPr>
            <a:r>
              <a:rPr lang="en-US" sz="1525"/>
              <a:t>[2] A. Makrooni, P. Macklin, and D. Romano, “An evolutionary computational platform for the automatic discovery of nanocarriers for cancer treatment,” Comput. Mater. Sci., vol. 196, p. 110506, Jun. 2021. doi: 10.1016/j.commatsci.2021.110506.</a:t>
            </a:r>
            <a:endParaRPr sz="1525"/>
          </a:p>
          <a:p>
            <a:pPr marL="342900" lvl="0" indent="-342900" algn="l" rtl="0">
              <a:lnSpc>
                <a:spcPct val="80000"/>
              </a:lnSpc>
              <a:spcBef>
                <a:spcPts val="1200"/>
              </a:spcBef>
              <a:spcAft>
                <a:spcPts val="0"/>
              </a:spcAft>
              <a:buClr>
                <a:schemeClr val="dk1"/>
              </a:buClr>
              <a:buSzPts val="900"/>
              <a:buNone/>
            </a:pPr>
            <a:r>
              <a:rPr lang="en-US" sz="1525"/>
              <a:t>[3] M. Savić, V. Kurbalija, I. Balaz, and M. Ivanović, “Heterogeneous tumour modeling using PhysiCell and its implications in precision medicine,” in Cancer, Complexity, Computation, vol. 157, Springer International Publishing, 2022, pp. 157–189. doi: 10.1007/978-3-031-04379-6_7. </a:t>
            </a:r>
            <a:endParaRPr sz="1525"/>
          </a:p>
          <a:p>
            <a:pPr marL="342900" lvl="0" indent="-342900" algn="l" rtl="0">
              <a:lnSpc>
                <a:spcPct val="80000"/>
              </a:lnSpc>
              <a:spcBef>
                <a:spcPts val="1200"/>
              </a:spcBef>
              <a:spcAft>
                <a:spcPts val="0"/>
              </a:spcAft>
              <a:buClr>
                <a:schemeClr val="dk1"/>
              </a:buClr>
              <a:buSzPts val="900"/>
              <a:buNone/>
            </a:pPr>
            <a:r>
              <a:rPr lang="en-US" sz="1525"/>
              <a:t>[4] A. Ghaffarizadeh, R. Heiland, S. H. Friedman, S. M. Mumenthaler, and P. Macklin, “PhysiCell: an open source physics-based cell simulator for 3-D multicellular systems,” PLoS Comput. Biol., vol. 14, no. 2, p. e1005991, Feb. 2018. doi: 10.1371/journal.pcbi.1005991.</a:t>
            </a:r>
            <a:endParaRPr sz="1525"/>
          </a:p>
          <a:p>
            <a:pPr marL="342900" lvl="0" indent="-342900" algn="l" rtl="0">
              <a:lnSpc>
                <a:spcPct val="80000"/>
              </a:lnSpc>
              <a:spcBef>
                <a:spcPts val="1200"/>
              </a:spcBef>
              <a:spcAft>
                <a:spcPts val="0"/>
              </a:spcAft>
              <a:buClr>
                <a:schemeClr val="dk1"/>
              </a:buClr>
              <a:buSzPts val="900"/>
              <a:buNone/>
            </a:pPr>
            <a:endParaRPr sz="1525"/>
          </a:p>
        </p:txBody>
      </p:sp>
      <p:sp>
        <p:nvSpPr>
          <p:cNvPr id="99" name="Google Shape;99;p15"/>
          <p:cNvSpPr txBox="1">
            <a:spLocks noGrp="1"/>
          </p:cNvSpPr>
          <p:nvPr>
            <p:ph type="body" idx="6"/>
          </p:nvPr>
        </p:nvSpPr>
        <p:spPr>
          <a:xfrm>
            <a:off x="24780240" y="4754880"/>
            <a:ext cx="7772400" cy="626364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fontScale="25000" lnSpcReduction="20000"/>
          </a:bodyPr>
          <a:lstStyle/>
          <a:p>
            <a:pPr marL="0" lvl="2" indent="0" algn="l" rtl="0">
              <a:lnSpc>
                <a:spcPct val="100000"/>
              </a:lnSpc>
              <a:spcBef>
                <a:spcPts val="600"/>
              </a:spcBef>
              <a:spcAft>
                <a:spcPts val="0"/>
              </a:spcAft>
              <a:buClr>
                <a:schemeClr val="dk1"/>
              </a:buClr>
              <a:buSzPct val="27143"/>
              <a:buNone/>
            </a:pPr>
            <a:r>
              <a:rPr lang="en-US" sz="10315"/>
              <a:t>Metronomic Therapy was the most effective strategy, achieving the greatest tumor reduction by Day 30. Adaptive Therapy showed consistent tumor control with dynamic dosing, though residual tumor mass remained. Baseline Therapy provided moderate suppression, while Single High Dose Therapy was the least effective due to strong regrowth after initial shrinkage.</a:t>
            </a:r>
            <a:endParaRPr sz="10315"/>
          </a:p>
          <a:p>
            <a:pPr marL="1028700" lvl="2" indent="-215264" algn="l" rtl="0">
              <a:lnSpc>
                <a:spcPct val="100000"/>
              </a:lnSpc>
              <a:spcBef>
                <a:spcPts val="600"/>
              </a:spcBef>
              <a:spcAft>
                <a:spcPts val="0"/>
              </a:spcAft>
              <a:buClr>
                <a:schemeClr val="dk1"/>
              </a:buClr>
              <a:buSzPct val="27143"/>
              <a:buNone/>
            </a:pPr>
            <a:endParaRPr sz="10315"/>
          </a:p>
          <a:p>
            <a:pPr marL="0" lvl="2" indent="0" algn="l" rtl="0">
              <a:lnSpc>
                <a:spcPct val="100000"/>
              </a:lnSpc>
              <a:spcBef>
                <a:spcPts val="600"/>
              </a:spcBef>
              <a:spcAft>
                <a:spcPts val="0"/>
              </a:spcAft>
              <a:buClr>
                <a:schemeClr val="dk1"/>
              </a:buClr>
              <a:buSzPct val="27143"/>
              <a:buNone/>
            </a:pPr>
            <a:r>
              <a:rPr lang="en-US" sz="10315"/>
              <a:t>These findings highlight the trade-offs between aggressive and adaptive treatment strategies. While adaptive dosing improves control, its design must be optimized to reduce long-term tumor burden. Future work will integrate cancer stem cell dynamics into the model and use genetic algorithms to evolve more effective nanoparticle therapies tailored to heterogeneous tumor populations.</a:t>
            </a:r>
            <a:endParaRPr sz="10315"/>
          </a:p>
          <a:p>
            <a:pPr marL="1028700" lvl="2" indent="-215264" algn="l" rtl="0">
              <a:lnSpc>
                <a:spcPct val="100000"/>
              </a:lnSpc>
              <a:spcBef>
                <a:spcPts val="600"/>
              </a:spcBef>
              <a:spcAft>
                <a:spcPts val="0"/>
              </a:spcAft>
              <a:buClr>
                <a:schemeClr val="dk1"/>
              </a:buClr>
              <a:buSzPct val="40579"/>
              <a:buNone/>
            </a:pPr>
            <a:endParaRPr sz="6900"/>
          </a:p>
          <a:p>
            <a:pPr marL="1028700" lvl="2" indent="-215264" algn="l" rtl="0">
              <a:lnSpc>
                <a:spcPct val="100000"/>
              </a:lnSpc>
              <a:spcBef>
                <a:spcPts val="600"/>
              </a:spcBef>
              <a:spcAft>
                <a:spcPts val="0"/>
              </a:spcAft>
              <a:buClr>
                <a:schemeClr val="dk1"/>
              </a:buClr>
              <a:buSzPct val="40579"/>
              <a:buNone/>
            </a:pPr>
            <a:endParaRPr sz="6900"/>
          </a:p>
        </p:txBody>
      </p:sp>
      <p:sp>
        <p:nvSpPr>
          <p:cNvPr id="100" name="Google Shape;100;p15"/>
          <p:cNvSpPr txBox="1">
            <a:spLocks noGrp="1"/>
          </p:cNvSpPr>
          <p:nvPr>
            <p:ph type="body" idx="7"/>
          </p:nvPr>
        </p:nvSpPr>
        <p:spPr>
          <a:xfrm>
            <a:off x="365760" y="17785080"/>
            <a:ext cx="7772400" cy="18288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t" anchorCtr="0">
            <a:normAutofit fontScale="25000" lnSpcReduction="20000"/>
          </a:bodyPr>
          <a:lstStyle/>
          <a:p>
            <a:pPr marL="6350" lvl="0" indent="0" algn="l" rtl="0">
              <a:lnSpc>
                <a:spcPct val="100000"/>
              </a:lnSpc>
              <a:spcBef>
                <a:spcPts val="0"/>
              </a:spcBef>
              <a:spcAft>
                <a:spcPts val="0"/>
              </a:spcAft>
              <a:buClr>
                <a:schemeClr val="dk1"/>
              </a:buClr>
              <a:buSzPct val="25767"/>
              <a:buNone/>
            </a:pPr>
            <a:r>
              <a:rPr lang="en-US" sz="10866"/>
              <a:t>Our objective is to determine biologically realistic, computationally-supported therapy designs for improving cancer treatment outcomes by doing experiment over the span of 30 days</a:t>
            </a:r>
            <a:endParaRPr/>
          </a:p>
        </p:txBody>
      </p:sp>
      <p:sp>
        <p:nvSpPr>
          <p:cNvPr id="101" name="Google Shape;101;p15"/>
          <p:cNvSpPr txBox="1">
            <a:spLocks noGrp="1"/>
          </p:cNvSpPr>
          <p:nvPr>
            <p:ph type="title" idx="4294967295"/>
          </p:nvPr>
        </p:nvSpPr>
        <p:spPr>
          <a:xfrm>
            <a:off x="0" y="0"/>
            <a:ext cx="32918400" cy="3657600"/>
          </a:xfrm>
          <a:prstGeom prst="rect">
            <a:avLst/>
          </a:prstGeom>
          <a:solidFill>
            <a:srgbClr val="990000"/>
          </a:solidFill>
          <a:ln>
            <a:noFill/>
          </a:ln>
        </p:spPr>
        <p:txBody>
          <a:bodyPr spcFirstLastPara="1" wrap="square" lIns="365750" tIns="548625" rIns="365750" bIns="548625" anchor="ctr" anchorCtr="0">
            <a:normAutofit fontScale="90000"/>
          </a:bodyPr>
          <a:lstStyle/>
          <a:p>
            <a:pPr marL="0" lvl="0" indent="34925" algn="ctr" rtl="0">
              <a:lnSpc>
                <a:spcPct val="100000"/>
              </a:lnSpc>
              <a:spcBef>
                <a:spcPts val="0"/>
              </a:spcBef>
              <a:spcAft>
                <a:spcPts val="0"/>
              </a:spcAft>
              <a:buNone/>
            </a:pPr>
            <a:r>
              <a:rPr lang="en-US" sz="6000"/>
              <a:t>        </a:t>
            </a:r>
            <a:r>
              <a:rPr lang="en-US" sz="11500" b="1">
                <a:solidFill>
                  <a:schemeClr val="lt1"/>
                </a:solidFill>
              </a:rPr>
              <a:t>Cancer Nanoparticle Optimization</a:t>
            </a:r>
            <a:br>
              <a:rPr lang="en-US" sz="11500" b="1">
                <a:solidFill>
                  <a:schemeClr val="lt1"/>
                </a:solidFill>
              </a:rPr>
            </a:br>
            <a:r>
              <a:rPr lang="en-US" sz="4800" b="1">
                <a:solidFill>
                  <a:schemeClr val="lt1"/>
                </a:solidFill>
              </a:rPr>
              <a:t>Sanyukta Chapagain</a:t>
            </a:r>
            <a:r>
              <a:rPr lang="en-US" sz="4800" b="1" baseline="30000">
                <a:solidFill>
                  <a:schemeClr val="lt1"/>
                </a:solidFill>
              </a:rPr>
              <a:t>1</a:t>
            </a:r>
            <a:r>
              <a:rPr lang="en-US" sz="4800" b="1">
                <a:solidFill>
                  <a:schemeClr val="lt1"/>
                </a:solidFill>
              </a:rPr>
              <a:t>, Emily Morley</a:t>
            </a:r>
            <a:r>
              <a:rPr lang="en-US" sz="4800" b="1" baseline="30000">
                <a:solidFill>
                  <a:schemeClr val="lt1"/>
                </a:solidFill>
              </a:rPr>
              <a:t>2</a:t>
            </a:r>
            <a:r>
              <a:rPr lang="en-US" sz="4800" b="1">
                <a:solidFill>
                  <a:schemeClr val="lt1"/>
                </a:solidFill>
              </a:rPr>
              <a:t>, Evanka Amin</a:t>
            </a:r>
            <a:r>
              <a:rPr lang="en-US" sz="4800" b="1" baseline="30000">
                <a:solidFill>
                  <a:schemeClr val="lt1"/>
                </a:solidFill>
              </a:rPr>
              <a:t>3 </a:t>
            </a:r>
            <a:r>
              <a:rPr lang="en-US" sz="4800" b="1">
                <a:solidFill>
                  <a:schemeClr val="lt1"/>
                </a:solidFill>
              </a:rPr>
              <a:t>and Professor Mary Loveless</a:t>
            </a:r>
            <a:r>
              <a:rPr lang="en-US" sz="4800" b="1" baseline="30000">
                <a:solidFill>
                  <a:schemeClr val="lt1"/>
                </a:solidFill>
              </a:rPr>
              <a:t>*,1</a:t>
            </a:r>
            <a:br>
              <a:rPr lang="en-US" sz="4800" b="1">
                <a:solidFill>
                  <a:schemeClr val="lt1"/>
                </a:solidFill>
              </a:rPr>
            </a:br>
            <a:r>
              <a:rPr lang="en-US" sz="2400" b="1" baseline="30000">
                <a:solidFill>
                  <a:schemeClr val="lt1"/>
                </a:solidFill>
              </a:rPr>
              <a:t>1,2,3</a:t>
            </a:r>
            <a:r>
              <a:rPr lang="en-US" sz="2400" b="1">
                <a:solidFill>
                  <a:schemeClr val="lt1"/>
                </a:solidFill>
              </a:rPr>
              <a:t>, Indiana University, Bloomington, IN USA </a:t>
            </a:r>
            <a:br>
              <a:rPr lang="en-US" sz="2400" b="1">
                <a:solidFill>
                  <a:schemeClr val="lt1"/>
                </a:solidFill>
              </a:rPr>
            </a:br>
            <a:r>
              <a:rPr lang="en-US" sz="2400" b="1">
                <a:solidFill>
                  <a:schemeClr val="lt1"/>
                </a:solidFill>
              </a:rPr>
              <a:t>*corresponding author: melovele@iu.edu</a:t>
            </a:r>
            <a:endParaRPr sz="6000"/>
          </a:p>
        </p:txBody>
      </p:sp>
      <p:sp>
        <p:nvSpPr>
          <p:cNvPr id="102" name="Google Shape;102;p15"/>
          <p:cNvSpPr txBox="1"/>
          <p:nvPr/>
        </p:nvSpPr>
        <p:spPr>
          <a:xfrm>
            <a:off x="182880" y="182880"/>
            <a:ext cx="1828800" cy="18288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182875" tIns="182875" rIns="182875" bIns="182875" anchor="ctr" anchorCtr="0">
            <a:noAutofit/>
          </a:bodyPr>
          <a:lstStyle/>
          <a:p>
            <a:pPr marL="6350" marR="0" lvl="0" indent="0" algn="ctr" rtl="0">
              <a:lnSpc>
                <a:spcPct val="100000"/>
              </a:lnSpc>
              <a:spcBef>
                <a:spcPts val="0"/>
              </a:spcBef>
              <a:spcAft>
                <a:spcPts val="0"/>
              </a:spcAft>
              <a:buNone/>
            </a:pPr>
            <a:r>
              <a:rPr lang="en-US" sz="6600" b="1"/>
              <a:t>#1</a:t>
            </a:r>
            <a:endParaRPr sz="4800" b="1" i="0" u="none" strike="noStrike" cap="none">
              <a:solidFill>
                <a:srgbClr val="000000"/>
              </a:solidFill>
              <a:latin typeface="Arial"/>
              <a:ea typeface="Arial"/>
              <a:cs typeface="Arial"/>
              <a:sym typeface="Arial"/>
            </a:endParaRPr>
          </a:p>
        </p:txBody>
      </p:sp>
      <p:graphicFrame>
        <p:nvGraphicFramePr>
          <p:cNvPr id="103" name="Google Shape;103;p15"/>
          <p:cNvGraphicFramePr/>
          <p:nvPr/>
        </p:nvGraphicFramePr>
        <p:xfrm>
          <a:off x="8503913" y="8610800"/>
          <a:ext cx="7772375" cy="4221210"/>
        </p:xfrm>
        <a:graphic>
          <a:graphicData uri="http://schemas.openxmlformats.org/drawingml/2006/table">
            <a:tbl>
              <a:tblPr>
                <a:noFill/>
                <a:tableStyleId>{C0B392DE-2E5D-4612-884E-752FF7D28832}</a:tableStyleId>
              </a:tblPr>
              <a:tblGrid>
                <a:gridCol w="1554475">
                  <a:extLst>
                    <a:ext uri="{9D8B030D-6E8A-4147-A177-3AD203B41FA5}">
                      <a16:colId xmlns:a16="http://schemas.microsoft.com/office/drawing/2014/main" val="20000"/>
                    </a:ext>
                  </a:extLst>
                </a:gridCol>
                <a:gridCol w="1554475">
                  <a:extLst>
                    <a:ext uri="{9D8B030D-6E8A-4147-A177-3AD203B41FA5}">
                      <a16:colId xmlns:a16="http://schemas.microsoft.com/office/drawing/2014/main" val="20001"/>
                    </a:ext>
                  </a:extLst>
                </a:gridCol>
                <a:gridCol w="1554475">
                  <a:extLst>
                    <a:ext uri="{9D8B030D-6E8A-4147-A177-3AD203B41FA5}">
                      <a16:colId xmlns:a16="http://schemas.microsoft.com/office/drawing/2014/main" val="20002"/>
                    </a:ext>
                  </a:extLst>
                </a:gridCol>
                <a:gridCol w="1554475">
                  <a:extLst>
                    <a:ext uri="{9D8B030D-6E8A-4147-A177-3AD203B41FA5}">
                      <a16:colId xmlns:a16="http://schemas.microsoft.com/office/drawing/2014/main" val="20003"/>
                    </a:ext>
                  </a:extLst>
                </a:gridCol>
                <a:gridCol w="1554475">
                  <a:extLst>
                    <a:ext uri="{9D8B030D-6E8A-4147-A177-3AD203B41FA5}">
                      <a16:colId xmlns:a16="http://schemas.microsoft.com/office/drawing/2014/main" val="20004"/>
                    </a:ext>
                  </a:extLst>
                </a:gridCol>
              </a:tblGrid>
              <a:tr h="294450">
                <a:tc>
                  <a:txBody>
                    <a:bodyPr/>
                    <a:lstStyle/>
                    <a:p>
                      <a:pPr marL="0" lvl="0" indent="0" algn="l" rtl="0">
                        <a:spcBef>
                          <a:spcPts val="0"/>
                        </a:spcBef>
                        <a:spcAft>
                          <a:spcPts val="0"/>
                        </a:spcAft>
                        <a:buNone/>
                      </a:pPr>
                      <a:r>
                        <a:rPr lang="en-US" sz="1300" b="1"/>
                        <a:t>Parameter</a:t>
                      </a:r>
                      <a:endParaRPr sz="1300" b="1"/>
                    </a:p>
                  </a:txBody>
                  <a:tcPr marL="91425" marR="91425" marT="91425" marB="91425"/>
                </a:tc>
                <a:tc>
                  <a:txBody>
                    <a:bodyPr/>
                    <a:lstStyle/>
                    <a:p>
                      <a:pPr marL="0" lvl="0" indent="0" algn="l" rtl="0">
                        <a:spcBef>
                          <a:spcPts val="0"/>
                        </a:spcBef>
                        <a:spcAft>
                          <a:spcPts val="0"/>
                        </a:spcAft>
                        <a:buNone/>
                      </a:pPr>
                      <a:r>
                        <a:rPr lang="en-US" sz="1300" b="1"/>
                        <a:t>Baseline</a:t>
                      </a:r>
                      <a:endParaRPr sz="1300" b="1"/>
                    </a:p>
                  </a:txBody>
                  <a:tcPr marL="91425" marR="91425" marT="91425" marB="91425"/>
                </a:tc>
                <a:tc>
                  <a:txBody>
                    <a:bodyPr/>
                    <a:lstStyle/>
                    <a:p>
                      <a:pPr marL="0" lvl="0" indent="0" algn="l" rtl="0">
                        <a:spcBef>
                          <a:spcPts val="0"/>
                        </a:spcBef>
                        <a:spcAft>
                          <a:spcPts val="0"/>
                        </a:spcAft>
                        <a:buNone/>
                      </a:pPr>
                      <a:r>
                        <a:rPr lang="en-US" sz="1300" b="1"/>
                        <a:t>Metronomic</a:t>
                      </a:r>
                      <a:endParaRPr sz="1300" b="1"/>
                    </a:p>
                  </a:txBody>
                  <a:tcPr marL="91425" marR="91425" marT="91425" marB="91425"/>
                </a:tc>
                <a:tc>
                  <a:txBody>
                    <a:bodyPr/>
                    <a:lstStyle/>
                    <a:p>
                      <a:pPr marL="0" lvl="0" indent="0" algn="l" rtl="0">
                        <a:spcBef>
                          <a:spcPts val="0"/>
                        </a:spcBef>
                        <a:spcAft>
                          <a:spcPts val="0"/>
                        </a:spcAft>
                        <a:buNone/>
                      </a:pPr>
                      <a:r>
                        <a:rPr lang="en-US" sz="1300" b="1"/>
                        <a:t>Single High Dose</a:t>
                      </a:r>
                      <a:endParaRPr sz="1300" b="1"/>
                    </a:p>
                  </a:txBody>
                  <a:tcPr marL="91425" marR="91425" marT="91425" marB="91425"/>
                </a:tc>
                <a:tc>
                  <a:txBody>
                    <a:bodyPr/>
                    <a:lstStyle/>
                    <a:p>
                      <a:pPr marL="0" lvl="0" indent="0" algn="l" rtl="0">
                        <a:spcBef>
                          <a:spcPts val="0"/>
                        </a:spcBef>
                        <a:spcAft>
                          <a:spcPts val="0"/>
                        </a:spcAft>
                        <a:buNone/>
                      </a:pPr>
                      <a:r>
                        <a:rPr lang="en-US" sz="1300" b="1"/>
                        <a:t>Adaptive</a:t>
                      </a:r>
                      <a:endParaRPr sz="1300" b="1"/>
                    </a:p>
                  </a:txBody>
                  <a:tcPr marL="91425" marR="91425" marT="91425" marB="91425"/>
                </a:tc>
                <a:extLst>
                  <a:ext uri="{0D108BD9-81ED-4DB2-BD59-A6C34878D82A}">
                    <a16:rowId xmlns:a16="http://schemas.microsoft.com/office/drawing/2014/main" val="10000"/>
                  </a:ext>
                </a:extLst>
              </a:tr>
              <a:tr h="294450">
                <a:tc>
                  <a:txBody>
                    <a:bodyPr/>
                    <a:lstStyle/>
                    <a:p>
                      <a:pPr marL="0" lvl="0" indent="0" algn="l" rtl="0">
                        <a:spcBef>
                          <a:spcPts val="0"/>
                        </a:spcBef>
                        <a:spcAft>
                          <a:spcPts val="0"/>
                        </a:spcAft>
                        <a:buNone/>
                      </a:pPr>
                      <a:r>
                        <a:rPr lang="en-US" sz="1300" b="1"/>
                        <a:t>Dose Strength</a:t>
                      </a:r>
                      <a:endParaRPr sz="1300" b="1"/>
                    </a:p>
                  </a:txBody>
                  <a:tcPr marL="91425" marR="91425" marT="91425" marB="91425"/>
                </a:tc>
                <a:tc>
                  <a:txBody>
                    <a:bodyPr/>
                    <a:lstStyle/>
                    <a:p>
                      <a:pPr marL="0" lvl="0" indent="0" algn="l" rtl="0">
                        <a:spcBef>
                          <a:spcPts val="0"/>
                        </a:spcBef>
                        <a:spcAft>
                          <a:spcPts val="0"/>
                        </a:spcAft>
                        <a:buNone/>
                      </a:pPr>
                      <a:r>
                        <a:rPr lang="en-US" sz="1300"/>
                        <a:t>1.0</a:t>
                      </a:r>
                      <a:endParaRPr sz="1300"/>
                    </a:p>
                  </a:txBody>
                  <a:tcPr marL="91425" marR="91425" marT="91425" marB="91425"/>
                </a:tc>
                <a:tc>
                  <a:txBody>
                    <a:bodyPr/>
                    <a:lstStyle/>
                    <a:p>
                      <a:pPr marL="0" lvl="0" indent="0" algn="l" rtl="0">
                        <a:spcBef>
                          <a:spcPts val="0"/>
                        </a:spcBef>
                        <a:spcAft>
                          <a:spcPts val="0"/>
                        </a:spcAft>
                        <a:buNone/>
                      </a:pPr>
                      <a:r>
                        <a:rPr lang="en-US" sz="1300"/>
                        <a:t>0.5</a:t>
                      </a:r>
                      <a:endParaRPr sz="1300"/>
                    </a:p>
                  </a:txBody>
                  <a:tcPr marL="91425" marR="91425" marT="91425" marB="91425"/>
                </a:tc>
                <a:tc>
                  <a:txBody>
                    <a:bodyPr/>
                    <a:lstStyle/>
                    <a:p>
                      <a:pPr marL="0" lvl="0" indent="0" algn="l" rtl="0">
                        <a:spcBef>
                          <a:spcPts val="0"/>
                        </a:spcBef>
                        <a:spcAft>
                          <a:spcPts val="0"/>
                        </a:spcAft>
                        <a:buNone/>
                      </a:pPr>
                      <a:r>
                        <a:rPr lang="en-US" sz="1300"/>
                        <a:t>15.0</a:t>
                      </a:r>
                      <a:endParaRPr sz="1300"/>
                    </a:p>
                  </a:txBody>
                  <a:tcPr marL="91425" marR="91425" marT="91425" marB="91425"/>
                </a:tc>
                <a:tc>
                  <a:txBody>
                    <a:bodyPr/>
                    <a:lstStyle/>
                    <a:p>
                      <a:pPr marL="0" lvl="0" indent="0" algn="l" rtl="0">
                        <a:spcBef>
                          <a:spcPts val="0"/>
                        </a:spcBef>
                        <a:spcAft>
                          <a:spcPts val="0"/>
                        </a:spcAft>
                        <a:buNone/>
                      </a:pPr>
                      <a:r>
                        <a:rPr lang="en-US" sz="1300"/>
                        <a:t>5.0</a:t>
                      </a:r>
                      <a:endParaRPr sz="1300"/>
                    </a:p>
                  </a:txBody>
                  <a:tcPr marL="91425" marR="91425" marT="91425" marB="91425"/>
                </a:tc>
                <a:extLst>
                  <a:ext uri="{0D108BD9-81ED-4DB2-BD59-A6C34878D82A}">
                    <a16:rowId xmlns:a16="http://schemas.microsoft.com/office/drawing/2014/main" val="10001"/>
                  </a:ext>
                </a:extLst>
              </a:tr>
              <a:tr h="302200">
                <a:tc>
                  <a:txBody>
                    <a:bodyPr/>
                    <a:lstStyle/>
                    <a:p>
                      <a:pPr marL="0" lvl="0" indent="0" algn="l" rtl="0">
                        <a:spcBef>
                          <a:spcPts val="0"/>
                        </a:spcBef>
                        <a:spcAft>
                          <a:spcPts val="0"/>
                        </a:spcAft>
                        <a:buNone/>
                      </a:pPr>
                      <a:r>
                        <a:rPr lang="en-US" sz="1300" b="1"/>
                        <a:t>Dose Timing</a:t>
                      </a:r>
                      <a:endParaRPr sz="1300" b="1"/>
                    </a:p>
                  </a:txBody>
                  <a:tcPr marL="91425" marR="91425" marT="91425" marB="91425"/>
                </a:tc>
                <a:tc>
                  <a:txBody>
                    <a:bodyPr/>
                    <a:lstStyle/>
                    <a:p>
                      <a:pPr marL="0" lvl="0" indent="0" algn="l" rtl="0">
                        <a:spcBef>
                          <a:spcPts val="0"/>
                        </a:spcBef>
                        <a:spcAft>
                          <a:spcPts val="0"/>
                        </a:spcAft>
                        <a:buNone/>
                      </a:pPr>
                      <a:r>
                        <a:rPr lang="en-US" sz="1300"/>
                        <a:t>Day 5, 10</a:t>
                      </a:r>
                      <a:endParaRPr sz="1300"/>
                    </a:p>
                  </a:txBody>
                  <a:tcPr marL="91425" marR="91425" marT="91425" marB="91425"/>
                </a:tc>
                <a:tc>
                  <a:txBody>
                    <a:bodyPr/>
                    <a:lstStyle/>
                    <a:p>
                      <a:pPr marL="0" lvl="0" indent="0" algn="l" rtl="0">
                        <a:spcBef>
                          <a:spcPts val="0"/>
                        </a:spcBef>
                        <a:spcAft>
                          <a:spcPts val="0"/>
                        </a:spcAft>
                        <a:buNone/>
                      </a:pPr>
                      <a:r>
                        <a:rPr lang="en-US" sz="1300"/>
                        <a:t>Day 3,7,11,15,19,23</a:t>
                      </a:r>
                      <a:endParaRPr sz="1300"/>
                    </a:p>
                  </a:txBody>
                  <a:tcPr marL="91425" marR="91425" marT="91425" marB="91425"/>
                </a:tc>
                <a:tc>
                  <a:txBody>
                    <a:bodyPr/>
                    <a:lstStyle/>
                    <a:p>
                      <a:pPr marL="0" lvl="0" indent="0" algn="l" rtl="0">
                        <a:spcBef>
                          <a:spcPts val="0"/>
                        </a:spcBef>
                        <a:spcAft>
                          <a:spcPts val="0"/>
                        </a:spcAft>
                        <a:buNone/>
                      </a:pPr>
                      <a:r>
                        <a:rPr lang="en-US" sz="1300"/>
                        <a:t>Day 5 only</a:t>
                      </a:r>
                      <a:endParaRPr sz="1300"/>
                    </a:p>
                  </a:txBody>
                  <a:tcPr marL="91425" marR="91425" marT="91425" marB="91425"/>
                </a:tc>
                <a:tc>
                  <a:txBody>
                    <a:bodyPr/>
                    <a:lstStyle/>
                    <a:p>
                      <a:pPr marL="0" lvl="0" indent="0" algn="l" rtl="0">
                        <a:spcBef>
                          <a:spcPts val="0"/>
                        </a:spcBef>
                        <a:spcAft>
                          <a:spcPts val="0"/>
                        </a:spcAft>
                        <a:buNone/>
                      </a:pPr>
                      <a:r>
                        <a:rPr lang="en-US" sz="1300"/>
                        <a:t>Dynamic ON/OFF</a:t>
                      </a:r>
                      <a:endParaRPr sz="1300"/>
                    </a:p>
                  </a:txBody>
                  <a:tcPr marL="91425" marR="91425" marT="91425" marB="91425"/>
                </a:tc>
                <a:extLst>
                  <a:ext uri="{0D108BD9-81ED-4DB2-BD59-A6C34878D82A}">
                    <a16:rowId xmlns:a16="http://schemas.microsoft.com/office/drawing/2014/main" val="10002"/>
                  </a:ext>
                </a:extLst>
              </a:tr>
              <a:tr h="294450">
                <a:tc>
                  <a:txBody>
                    <a:bodyPr/>
                    <a:lstStyle/>
                    <a:p>
                      <a:pPr marL="0" lvl="0" indent="0" algn="l" rtl="0">
                        <a:spcBef>
                          <a:spcPts val="0"/>
                        </a:spcBef>
                        <a:spcAft>
                          <a:spcPts val="0"/>
                        </a:spcAft>
                        <a:buNone/>
                      </a:pPr>
                      <a:r>
                        <a:rPr lang="en-US" sz="1300" b="1"/>
                        <a:t>Dose Duration</a:t>
                      </a:r>
                      <a:endParaRPr sz="1300" b="1"/>
                    </a:p>
                  </a:txBody>
                  <a:tcPr marL="91425" marR="91425" marT="91425" marB="91425"/>
                </a:tc>
                <a:tc>
                  <a:txBody>
                    <a:bodyPr/>
                    <a:lstStyle/>
                    <a:p>
                      <a:pPr marL="0" lvl="0" indent="0" algn="l" rtl="0">
                        <a:spcBef>
                          <a:spcPts val="0"/>
                        </a:spcBef>
                        <a:spcAft>
                          <a:spcPts val="0"/>
                        </a:spcAft>
                        <a:buNone/>
                      </a:pPr>
                      <a:r>
                        <a:rPr lang="en-US" sz="1300"/>
                        <a:t>4 hr</a:t>
                      </a:r>
                      <a:endParaRPr sz="1300"/>
                    </a:p>
                  </a:txBody>
                  <a:tcPr marL="91425" marR="91425" marT="91425" marB="91425"/>
                </a:tc>
                <a:tc>
                  <a:txBody>
                    <a:bodyPr/>
                    <a:lstStyle/>
                    <a:p>
                      <a:pPr marL="0" lvl="0" indent="0" algn="l" rtl="0">
                        <a:spcBef>
                          <a:spcPts val="0"/>
                        </a:spcBef>
                        <a:spcAft>
                          <a:spcPts val="0"/>
                        </a:spcAft>
                        <a:buNone/>
                      </a:pPr>
                      <a:r>
                        <a:rPr lang="en-US" sz="1300"/>
                        <a:t>4 hr</a:t>
                      </a:r>
                      <a:endParaRPr sz="1300"/>
                    </a:p>
                  </a:txBody>
                  <a:tcPr marL="91425" marR="91425" marT="91425" marB="91425"/>
                </a:tc>
                <a:tc>
                  <a:txBody>
                    <a:bodyPr/>
                    <a:lstStyle/>
                    <a:p>
                      <a:pPr marL="0" lvl="0" indent="0" algn="l" rtl="0">
                        <a:spcBef>
                          <a:spcPts val="0"/>
                        </a:spcBef>
                        <a:spcAft>
                          <a:spcPts val="0"/>
                        </a:spcAft>
                        <a:buNone/>
                      </a:pPr>
                      <a:r>
                        <a:rPr lang="en-US" sz="1300"/>
                        <a:t>12 hr</a:t>
                      </a:r>
                      <a:endParaRPr sz="1300"/>
                    </a:p>
                  </a:txBody>
                  <a:tcPr marL="91425" marR="91425" marT="91425" marB="91425"/>
                </a:tc>
                <a:tc>
                  <a:txBody>
                    <a:bodyPr/>
                    <a:lstStyle/>
                    <a:p>
                      <a:pPr marL="0" lvl="0" indent="0" algn="l" rtl="0">
                        <a:spcBef>
                          <a:spcPts val="0"/>
                        </a:spcBef>
                        <a:spcAft>
                          <a:spcPts val="0"/>
                        </a:spcAft>
                        <a:buNone/>
                      </a:pPr>
                      <a:r>
                        <a:rPr lang="en-US" sz="1300"/>
                        <a:t>Continuous</a:t>
                      </a:r>
                      <a:endParaRPr sz="1300"/>
                    </a:p>
                  </a:txBody>
                  <a:tcPr marL="91425" marR="91425" marT="91425" marB="91425"/>
                </a:tc>
                <a:extLst>
                  <a:ext uri="{0D108BD9-81ED-4DB2-BD59-A6C34878D82A}">
                    <a16:rowId xmlns:a16="http://schemas.microsoft.com/office/drawing/2014/main" val="10003"/>
                  </a:ext>
                </a:extLst>
              </a:tr>
              <a:tr h="447575">
                <a:tc>
                  <a:txBody>
                    <a:bodyPr/>
                    <a:lstStyle/>
                    <a:p>
                      <a:pPr marL="0" lvl="0" indent="0" algn="l" rtl="0">
                        <a:spcBef>
                          <a:spcPts val="0"/>
                        </a:spcBef>
                        <a:spcAft>
                          <a:spcPts val="0"/>
                        </a:spcAft>
                        <a:buNone/>
                      </a:pPr>
                      <a:r>
                        <a:rPr lang="en-US" sz="1300" b="1"/>
                        <a:t>Effect Model</a:t>
                      </a:r>
                      <a:endParaRPr sz="1300" b="1"/>
                    </a:p>
                  </a:txBody>
                  <a:tcPr marL="91425" marR="91425" marT="91425" marB="91425"/>
                </a:tc>
                <a:tc>
                  <a:txBody>
                    <a:bodyPr/>
                    <a:lstStyle/>
                    <a:p>
                      <a:pPr marL="0" lvl="0" indent="0" algn="l" rtl="0">
                        <a:spcBef>
                          <a:spcPts val="0"/>
                        </a:spcBef>
                        <a:spcAft>
                          <a:spcPts val="0"/>
                        </a:spcAft>
                        <a:buNone/>
                      </a:pPr>
                      <a:r>
                        <a:rPr lang="en-US" sz="1300"/>
                        <a:t>AUC-based</a:t>
                      </a:r>
                      <a:endParaRPr sz="1300"/>
                    </a:p>
                  </a:txBody>
                  <a:tcPr marL="91425" marR="91425" marT="91425" marB="91425"/>
                </a:tc>
                <a:tc>
                  <a:txBody>
                    <a:bodyPr/>
                    <a:lstStyle/>
                    <a:p>
                      <a:pPr marL="0" lvl="0" indent="0" algn="l" rtl="0">
                        <a:spcBef>
                          <a:spcPts val="0"/>
                        </a:spcBef>
                        <a:spcAft>
                          <a:spcPts val="0"/>
                        </a:spcAft>
                        <a:buNone/>
                      </a:pPr>
                      <a:r>
                        <a:rPr lang="en-US" sz="1300"/>
                        <a:t>AUC-based</a:t>
                      </a:r>
                      <a:endParaRPr sz="1300"/>
                    </a:p>
                  </a:txBody>
                  <a:tcPr marL="91425" marR="91425" marT="91425" marB="91425"/>
                </a:tc>
                <a:tc>
                  <a:txBody>
                    <a:bodyPr/>
                    <a:lstStyle/>
                    <a:p>
                      <a:pPr marL="0" lvl="0" indent="0" algn="l" rtl="0">
                        <a:spcBef>
                          <a:spcPts val="0"/>
                        </a:spcBef>
                        <a:spcAft>
                          <a:spcPts val="0"/>
                        </a:spcAft>
                        <a:buNone/>
                      </a:pPr>
                      <a:r>
                        <a:rPr lang="en-US" sz="1300"/>
                        <a:t>Concentration-</a:t>
                      </a:r>
                      <a:endParaRPr sz="1300"/>
                    </a:p>
                    <a:p>
                      <a:pPr marL="0" lvl="0" indent="0" algn="l" rtl="0">
                        <a:spcBef>
                          <a:spcPts val="0"/>
                        </a:spcBef>
                        <a:spcAft>
                          <a:spcPts val="0"/>
                        </a:spcAft>
                        <a:buNone/>
                      </a:pPr>
                      <a:r>
                        <a:rPr lang="en-US" sz="1300"/>
                        <a:t>based</a:t>
                      </a:r>
                      <a:endParaRPr sz="1300"/>
                    </a:p>
                  </a:txBody>
                  <a:tcPr marL="91425" marR="91425" marT="91425" marB="91425"/>
                </a:tc>
                <a:tc>
                  <a:txBody>
                    <a:bodyPr/>
                    <a:lstStyle/>
                    <a:p>
                      <a:pPr marL="0" lvl="0" indent="0" algn="l" rtl="0">
                        <a:spcBef>
                          <a:spcPts val="0"/>
                        </a:spcBef>
                        <a:spcAft>
                          <a:spcPts val="0"/>
                        </a:spcAft>
                        <a:buNone/>
                      </a:pPr>
                      <a:r>
                        <a:rPr lang="en-US" sz="1300"/>
                        <a:t>AUC-based</a:t>
                      </a:r>
                      <a:endParaRPr sz="1300"/>
                    </a:p>
                  </a:txBody>
                  <a:tcPr marL="91425" marR="91425" marT="91425" marB="91425"/>
                </a:tc>
                <a:extLst>
                  <a:ext uri="{0D108BD9-81ED-4DB2-BD59-A6C34878D82A}">
                    <a16:rowId xmlns:a16="http://schemas.microsoft.com/office/drawing/2014/main" val="10004"/>
                  </a:ext>
                </a:extLst>
              </a:tr>
              <a:tr h="294450">
                <a:tc>
                  <a:txBody>
                    <a:bodyPr/>
                    <a:lstStyle/>
                    <a:p>
                      <a:pPr marL="0" lvl="0" indent="0" algn="l" rtl="0">
                        <a:spcBef>
                          <a:spcPts val="0"/>
                        </a:spcBef>
                        <a:spcAft>
                          <a:spcPts val="0"/>
                        </a:spcAft>
                        <a:buNone/>
                      </a:pPr>
                      <a:r>
                        <a:rPr lang="en-US" sz="1300" b="1"/>
                        <a:t>EC50</a:t>
                      </a:r>
                      <a:endParaRPr sz="1300" b="1"/>
                    </a:p>
                  </a:txBody>
                  <a:tcPr marL="91425" marR="91425" marT="91425" marB="91425"/>
                </a:tc>
                <a:tc>
                  <a:txBody>
                    <a:bodyPr/>
                    <a:lstStyle/>
                    <a:p>
                      <a:pPr marL="0" lvl="0" indent="0" algn="l" rtl="0">
                        <a:spcBef>
                          <a:spcPts val="0"/>
                        </a:spcBef>
                        <a:spcAft>
                          <a:spcPts val="0"/>
                        </a:spcAft>
                        <a:buNone/>
                      </a:pPr>
                      <a:r>
                        <a:rPr lang="en-US" sz="1300"/>
                        <a:t>0.1</a:t>
                      </a:r>
                      <a:endParaRPr sz="1300"/>
                    </a:p>
                  </a:txBody>
                  <a:tcPr marL="91425" marR="91425" marT="91425" marB="91425"/>
                </a:tc>
                <a:tc>
                  <a:txBody>
                    <a:bodyPr/>
                    <a:lstStyle/>
                    <a:p>
                      <a:pPr marL="0" lvl="0" indent="0" algn="l" rtl="0">
                        <a:spcBef>
                          <a:spcPts val="0"/>
                        </a:spcBef>
                        <a:spcAft>
                          <a:spcPts val="0"/>
                        </a:spcAft>
                        <a:buNone/>
                      </a:pPr>
                      <a:r>
                        <a:rPr lang="en-US" sz="1300"/>
                        <a:t>0.15</a:t>
                      </a:r>
                      <a:endParaRPr sz="1300"/>
                    </a:p>
                  </a:txBody>
                  <a:tcPr marL="91425" marR="91425" marT="91425" marB="91425"/>
                </a:tc>
                <a:tc>
                  <a:txBody>
                    <a:bodyPr/>
                    <a:lstStyle/>
                    <a:p>
                      <a:pPr marL="0" lvl="0" indent="0" algn="l" rtl="0">
                        <a:spcBef>
                          <a:spcPts val="0"/>
                        </a:spcBef>
                        <a:spcAft>
                          <a:spcPts val="0"/>
                        </a:spcAft>
                        <a:buNone/>
                      </a:pPr>
                      <a:r>
                        <a:rPr lang="en-US" sz="1300"/>
                        <a:t>0.15</a:t>
                      </a:r>
                      <a:endParaRPr sz="1300"/>
                    </a:p>
                  </a:txBody>
                  <a:tcPr marL="91425" marR="91425" marT="91425" marB="91425"/>
                </a:tc>
                <a:tc>
                  <a:txBody>
                    <a:bodyPr/>
                    <a:lstStyle/>
                    <a:p>
                      <a:pPr marL="0" lvl="0" indent="0" algn="l" rtl="0">
                        <a:spcBef>
                          <a:spcPts val="0"/>
                        </a:spcBef>
                        <a:spcAft>
                          <a:spcPts val="0"/>
                        </a:spcAft>
                        <a:buNone/>
                      </a:pPr>
                      <a:r>
                        <a:rPr lang="en-US" sz="1300"/>
                        <a:t>0.025</a:t>
                      </a:r>
                      <a:endParaRPr sz="1300"/>
                    </a:p>
                  </a:txBody>
                  <a:tcPr marL="91425" marR="91425" marT="91425" marB="91425"/>
                </a:tc>
                <a:extLst>
                  <a:ext uri="{0D108BD9-81ED-4DB2-BD59-A6C34878D82A}">
                    <a16:rowId xmlns:a16="http://schemas.microsoft.com/office/drawing/2014/main" val="10005"/>
                  </a:ext>
                </a:extLst>
              </a:tr>
              <a:tr h="294450">
                <a:tc>
                  <a:txBody>
                    <a:bodyPr/>
                    <a:lstStyle/>
                    <a:p>
                      <a:pPr marL="0" lvl="0" indent="0" algn="l" rtl="0">
                        <a:spcBef>
                          <a:spcPts val="0"/>
                        </a:spcBef>
                        <a:spcAft>
                          <a:spcPts val="0"/>
                        </a:spcAft>
                        <a:buNone/>
                      </a:pPr>
                      <a:r>
                        <a:rPr lang="en-US" sz="1300" b="1"/>
                        <a:t>Hill Power</a:t>
                      </a:r>
                      <a:endParaRPr sz="1300" b="1"/>
                    </a:p>
                  </a:txBody>
                  <a:tcPr marL="91425" marR="91425" marT="91425" marB="91425"/>
                </a:tc>
                <a:tc>
                  <a:txBody>
                    <a:bodyPr/>
                    <a:lstStyle/>
                    <a:p>
                      <a:pPr marL="0" lvl="0" indent="0" algn="l" rtl="0">
                        <a:spcBef>
                          <a:spcPts val="0"/>
                        </a:spcBef>
                        <a:spcAft>
                          <a:spcPts val="0"/>
                        </a:spcAft>
                        <a:buNone/>
                      </a:pPr>
                      <a:r>
                        <a:rPr lang="en-US" sz="1300"/>
                        <a:t>1.5</a:t>
                      </a:r>
                      <a:endParaRPr sz="1300"/>
                    </a:p>
                  </a:txBody>
                  <a:tcPr marL="91425" marR="91425" marT="91425" marB="91425"/>
                </a:tc>
                <a:tc>
                  <a:txBody>
                    <a:bodyPr/>
                    <a:lstStyle/>
                    <a:p>
                      <a:pPr marL="0" lvl="0" indent="0" algn="l" rtl="0">
                        <a:spcBef>
                          <a:spcPts val="0"/>
                        </a:spcBef>
                        <a:spcAft>
                          <a:spcPts val="0"/>
                        </a:spcAft>
                        <a:buNone/>
                      </a:pPr>
                      <a:r>
                        <a:rPr lang="en-US" sz="1300"/>
                        <a:t>1.5</a:t>
                      </a:r>
                      <a:endParaRPr sz="1300"/>
                    </a:p>
                  </a:txBody>
                  <a:tcPr marL="91425" marR="91425" marT="91425" marB="91425"/>
                </a:tc>
                <a:tc>
                  <a:txBody>
                    <a:bodyPr/>
                    <a:lstStyle/>
                    <a:p>
                      <a:pPr marL="0" lvl="0" indent="0" algn="l" rtl="0">
                        <a:spcBef>
                          <a:spcPts val="0"/>
                        </a:spcBef>
                        <a:spcAft>
                          <a:spcPts val="0"/>
                        </a:spcAft>
                        <a:buNone/>
                      </a:pPr>
                      <a:r>
                        <a:rPr lang="en-US" sz="1300"/>
                        <a:t>1.8</a:t>
                      </a:r>
                      <a:endParaRPr sz="1300"/>
                    </a:p>
                  </a:txBody>
                  <a:tcPr marL="91425" marR="91425" marT="91425" marB="91425"/>
                </a:tc>
                <a:tc>
                  <a:txBody>
                    <a:bodyPr/>
                    <a:lstStyle/>
                    <a:p>
                      <a:pPr marL="0" lvl="0" indent="0" algn="l" rtl="0">
                        <a:spcBef>
                          <a:spcPts val="0"/>
                        </a:spcBef>
                        <a:spcAft>
                          <a:spcPts val="0"/>
                        </a:spcAft>
                        <a:buNone/>
                      </a:pPr>
                      <a:r>
                        <a:rPr lang="en-US" sz="1300"/>
                        <a:t>1.5</a:t>
                      </a:r>
                      <a:endParaRPr sz="1300"/>
                    </a:p>
                  </a:txBody>
                  <a:tcPr marL="91425" marR="91425" marT="91425" marB="91425"/>
                </a:tc>
                <a:extLst>
                  <a:ext uri="{0D108BD9-81ED-4DB2-BD59-A6C34878D82A}">
                    <a16:rowId xmlns:a16="http://schemas.microsoft.com/office/drawing/2014/main" val="10006"/>
                  </a:ext>
                </a:extLst>
              </a:tr>
              <a:tr h="447575">
                <a:tc>
                  <a:txBody>
                    <a:bodyPr/>
                    <a:lstStyle/>
                    <a:p>
                      <a:pPr marL="0" lvl="0" indent="0" algn="l" rtl="0">
                        <a:spcBef>
                          <a:spcPts val="0"/>
                        </a:spcBef>
                        <a:spcAft>
                          <a:spcPts val="0"/>
                        </a:spcAft>
                        <a:buNone/>
                      </a:pPr>
                      <a:r>
                        <a:rPr lang="en-US" sz="1300" b="1"/>
                        <a:t>Initial Tumor Size</a:t>
                      </a:r>
                      <a:endParaRPr sz="1300" b="1"/>
                    </a:p>
                  </a:txBody>
                  <a:tcPr marL="91425" marR="91425" marT="91425" marB="91425"/>
                </a:tc>
                <a:tc>
                  <a:txBody>
                    <a:bodyPr/>
                    <a:lstStyle/>
                    <a:p>
                      <a:pPr marL="0" lvl="0" indent="0" algn="l" rtl="0">
                        <a:spcBef>
                          <a:spcPts val="0"/>
                        </a:spcBef>
                        <a:spcAft>
                          <a:spcPts val="0"/>
                        </a:spcAft>
                        <a:buNone/>
                      </a:pPr>
                      <a:r>
                        <a:rPr lang="en-US" sz="1300"/>
                        <a:t>~571 cells</a:t>
                      </a:r>
                      <a:endParaRPr sz="1300"/>
                    </a:p>
                  </a:txBody>
                  <a:tcPr marL="91425" marR="91425" marT="91425" marB="91425"/>
                </a:tc>
                <a:tc>
                  <a:txBody>
                    <a:bodyPr/>
                    <a:lstStyle/>
                    <a:p>
                      <a:pPr marL="0" lvl="0" indent="0" algn="l" rtl="0">
                        <a:spcBef>
                          <a:spcPts val="0"/>
                        </a:spcBef>
                        <a:spcAft>
                          <a:spcPts val="0"/>
                        </a:spcAft>
                        <a:buNone/>
                      </a:pPr>
                      <a:r>
                        <a:rPr lang="en-US" sz="1300"/>
                        <a:t>~571 cells</a:t>
                      </a:r>
                      <a:endParaRPr sz="1300"/>
                    </a:p>
                  </a:txBody>
                  <a:tcPr marL="91425" marR="91425" marT="91425" marB="91425"/>
                </a:tc>
                <a:tc>
                  <a:txBody>
                    <a:bodyPr/>
                    <a:lstStyle/>
                    <a:p>
                      <a:pPr marL="0" lvl="0" indent="0" algn="l" rtl="0">
                        <a:spcBef>
                          <a:spcPts val="0"/>
                        </a:spcBef>
                        <a:spcAft>
                          <a:spcPts val="0"/>
                        </a:spcAft>
                        <a:buNone/>
                      </a:pPr>
                      <a:r>
                        <a:rPr lang="en-US" sz="1300"/>
                        <a:t>~571 cells</a:t>
                      </a:r>
                      <a:endParaRPr sz="1300"/>
                    </a:p>
                    <a:p>
                      <a:pPr marL="0" lvl="0" indent="0" algn="l" rtl="0">
                        <a:spcBef>
                          <a:spcPts val="0"/>
                        </a:spcBef>
                        <a:spcAft>
                          <a:spcPts val="0"/>
                        </a:spcAft>
                        <a:buNone/>
                      </a:pPr>
                      <a:endParaRPr sz="1300"/>
                    </a:p>
                  </a:txBody>
                  <a:tcPr marL="91425" marR="91425" marT="91425" marB="91425"/>
                </a:tc>
                <a:tc>
                  <a:txBody>
                    <a:bodyPr/>
                    <a:lstStyle/>
                    <a:p>
                      <a:pPr marL="0" lvl="0" indent="0" algn="l" rtl="0">
                        <a:spcBef>
                          <a:spcPts val="0"/>
                        </a:spcBef>
                        <a:spcAft>
                          <a:spcPts val="0"/>
                        </a:spcAft>
                        <a:buNone/>
                      </a:pPr>
                      <a:r>
                        <a:rPr lang="en-US" sz="1300"/>
                        <a:t>~1285 cells</a:t>
                      </a:r>
                      <a:endParaRPr sz="1300"/>
                    </a:p>
                  </a:txBody>
                  <a:tcPr marL="91425" marR="91425" marT="91425" marB="91425"/>
                </a:tc>
                <a:extLst>
                  <a:ext uri="{0D108BD9-81ED-4DB2-BD59-A6C34878D82A}">
                    <a16:rowId xmlns:a16="http://schemas.microsoft.com/office/drawing/2014/main" val="10007"/>
                  </a:ext>
                </a:extLst>
              </a:tr>
              <a:tr h="294450">
                <a:tc>
                  <a:txBody>
                    <a:bodyPr/>
                    <a:lstStyle/>
                    <a:p>
                      <a:pPr marL="0" lvl="0" indent="0" algn="l" rtl="0">
                        <a:spcBef>
                          <a:spcPts val="0"/>
                        </a:spcBef>
                        <a:spcAft>
                          <a:spcPts val="0"/>
                        </a:spcAft>
                        <a:buNone/>
                      </a:pPr>
                      <a:r>
                        <a:rPr lang="en-US" sz="1300" b="1"/>
                        <a:t>Simulation Duration</a:t>
                      </a:r>
                      <a:endParaRPr sz="1300" b="1"/>
                    </a:p>
                  </a:txBody>
                  <a:tcPr marL="91425" marR="91425" marT="91425" marB="91425"/>
                </a:tc>
                <a:tc>
                  <a:txBody>
                    <a:bodyPr/>
                    <a:lstStyle/>
                    <a:p>
                      <a:pPr marL="0" lvl="0" indent="0" algn="l" rtl="0">
                        <a:spcBef>
                          <a:spcPts val="0"/>
                        </a:spcBef>
                        <a:spcAft>
                          <a:spcPts val="0"/>
                        </a:spcAft>
                        <a:buNone/>
                      </a:pPr>
                      <a:r>
                        <a:rPr lang="en-US" sz="1300"/>
                        <a:t>25 days</a:t>
                      </a:r>
                      <a:endParaRPr sz="1300"/>
                    </a:p>
                  </a:txBody>
                  <a:tcPr marL="91425" marR="91425" marT="91425" marB="91425"/>
                </a:tc>
                <a:tc>
                  <a:txBody>
                    <a:bodyPr/>
                    <a:lstStyle/>
                    <a:p>
                      <a:pPr marL="0" lvl="0" indent="0" algn="l" rtl="0">
                        <a:spcBef>
                          <a:spcPts val="0"/>
                        </a:spcBef>
                        <a:spcAft>
                          <a:spcPts val="0"/>
                        </a:spcAft>
                        <a:buNone/>
                      </a:pPr>
                      <a:r>
                        <a:rPr lang="en-US" sz="1300"/>
                        <a:t>25 days</a:t>
                      </a:r>
                      <a:endParaRPr sz="1300"/>
                    </a:p>
                  </a:txBody>
                  <a:tcPr marL="91425" marR="91425" marT="91425" marB="91425"/>
                </a:tc>
                <a:tc>
                  <a:txBody>
                    <a:bodyPr/>
                    <a:lstStyle/>
                    <a:p>
                      <a:pPr marL="0" lvl="0" indent="0" algn="l" rtl="0">
                        <a:spcBef>
                          <a:spcPts val="0"/>
                        </a:spcBef>
                        <a:spcAft>
                          <a:spcPts val="0"/>
                        </a:spcAft>
                        <a:buNone/>
                      </a:pPr>
                      <a:r>
                        <a:rPr lang="en-US" sz="1300"/>
                        <a:t>25 days</a:t>
                      </a:r>
                      <a:endParaRPr sz="1300"/>
                    </a:p>
                  </a:txBody>
                  <a:tcPr marL="91425" marR="91425" marT="91425" marB="91425"/>
                </a:tc>
                <a:tc>
                  <a:txBody>
                    <a:bodyPr/>
                    <a:lstStyle/>
                    <a:p>
                      <a:pPr marL="0" lvl="0" indent="0" algn="l" rtl="0">
                        <a:spcBef>
                          <a:spcPts val="0"/>
                        </a:spcBef>
                        <a:spcAft>
                          <a:spcPts val="0"/>
                        </a:spcAft>
                        <a:buNone/>
                      </a:pPr>
                      <a:r>
                        <a:rPr lang="en-US" sz="1300"/>
                        <a:t>40 days</a:t>
                      </a:r>
                      <a:endParaRPr sz="1300"/>
                    </a:p>
                  </a:txBody>
                  <a:tcPr marL="91425" marR="91425" marT="91425" marB="91425"/>
                </a:tc>
                <a:extLst>
                  <a:ext uri="{0D108BD9-81ED-4DB2-BD59-A6C34878D82A}">
                    <a16:rowId xmlns:a16="http://schemas.microsoft.com/office/drawing/2014/main" val="10008"/>
                  </a:ext>
                </a:extLst>
              </a:tr>
            </a:tbl>
          </a:graphicData>
        </a:graphic>
      </p:graphicFrame>
      <p:graphicFrame>
        <p:nvGraphicFramePr>
          <p:cNvPr id="104" name="Google Shape;104;p15"/>
          <p:cNvGraphicFramePr/>
          <p:nvPr/>
        </p:nvGraphicFramePr>
        <p:xfrm>
          <a:off x="8538488" y="15773388"/>
          <a:ext cx="7703250" cy="3200400"/>
        </p:xfrm>
        <a:graphic>
          <a:graphicData uri="http://schemas.openxmlformats.org/drawingml/2006/table">
            <a:tbl>
              <a:tblPr>
                <a:noFill/>
                <a:tableStyleId>{C0B392DE-2E5D-4612-884E-752FF7D28832}</a:tableStyleId>
              </a:tblPr>
              <a:tblGrid>
                <a:gridCol w="1283875">
                  <a:extLst>
                    <a:ext uri="{9D8B030D-6E8A-4147-A177-3AD203B41FA5}">
                      <a16:colId xmlns:a16="http://schemas.microsoft.com/office/drawing/2014/main" val="20000"/>
                    </a:ext>
                  </a:extLst>
                </a:gridCol>
                <a:gridCol w="1283875">
                  <a:extLst>
                    <a:ext uri="{9D8B030D-6E8A-4147-A177-3AD203B41FA5}">
                      <a16:colId xmlns:a16="http://schemas.microsoft.com/office/drawing/2014/main" val="20001"/>
                    </a:ext>
                  </a:extLst>
                </a:gridCol>
                <a:gridCol w="1283875">
                  <a:extLst>
                    <a:ext uri="{9D8B030D-6E8A-4147-A177-3AD203B41FA5}">
                      <a16:colId xmlns:a16="http://schemas.microsoft.com/office/drawing/2014/main" val="20002"/>
                    </a:ext>
                  </a:extLst>
                </a:gridCol>
                <a:gridCol w="1283875">
                  <a:extLst>
                    <a:ext uri="{9D8B030D-6E8A-4147-A177-3AD203B41FA5}">
                      <a16:colId xmlns:a16="http://schemas.microsoft.com/office/drawing/2014/main" val="20003"/>
                    </a:ext>
                  </a:extLst>
                </a:gridCol>
                <a:gridCol w="1283875">
                  <a:extLst>
                    <a:ext uri="{9D8B030D-6E8A-4147-A177-3AD203B41FA5}">
                      <a16:colId xmlns:a16="http://schemas.microsoft.com/office/drawing/2014/main" val="20004"/>
                    </a:ext>
                  </a:extLst>
                </a:gridCol>
                <a:gridCol w="1283875">
                  <a:extLst>
                    <a:ext uri="{9D8B030D-6E8A-4147-A177-3AD203B41FA5}">
                      <a16:colId xmlns:a16="http://schemas.microsoft.com/office/drawing/2014/main" val="20005"/>
                    </a:ext>
                  </a:extLst>
                </a:gridCol>
              </a:tblGrid>
              <a:tr h="1066800">
                <a:tc>
                  <a:txBody>
                    <a:bodyPr/>
                    <a:lstStyle/>
                    <a:p>
                      <a:pPr marL="0" lvl="0" indent="0" algn="l" rtl="0">
                        <a:spcBef>
                          <a:spcPts val="0"/>
                        </a:spcBef>
                        <a:spcAft>
                          <a:spcPts val="0"/>
                        </a:spcAft>
                        <a:buNone/>
                      </a:pPr>
                      <a:r>
                        <a:rPr lang="en-US" b="1"/>
                        <a:t>Substrate</a:t>
                      </a:r>
                      <a:endParaRPr b="1"/>
                    </a:p>
                  </a:txBody>
                  <a:tcPr marL="91425" marR="91425" marT="91425" marB="91425"/>
                </a:tc>
                <a:tc>
                  <a:txBody>
                    <a:bodyPr/>
                    <a:lstStyle/>
                    <a:p>
                      <a:pPr marL="0" lvl="0" indent="0" algn="l" rtl="0">
                        <a:spcBef>
                          <a:spcPts val="0"/>
                        </a:spcBef>
                        <a:spcAft>
                          <a:spcPts val="0"/>
                        </a:spcAft>
                        <a:buNone/>
                      </a:pPr>
                      <a:r>
                        <a:rPr lang="en-US" b="1"/>
                        <a:t>Role</a:t>
                      </a:r>
                      <a:endParaRPr b="1"/>
                    </a:p>
                  </a:txBody>
                  <a:tcPr marL="91425" marR="91425" marT="91425" marB="91425"/>
                </a:tc>
                <a:tc>
                  <a:txBody>
                    <a:bodyPr/>
                    <a:lstStyle/>
                    <a:p>
                      <a:pPr marL="0" lvl="0" indent="0" algn="l" rtl="0">
                        <a:spcBef>
                          <a:spcPts val="0"/>
                        </a:spcBef>
                        <a:spcAft>
                          <a:spcPts val="0"/>
                        </a:spcAft>
                        <a:buNone/>
                      </a:pPr>
                      <a:r>
                        <a:rPr lang="en-US" b="1"/>
                        <a:t>Diffusion Coefficient</a:t>
                      </a:r>
                      <a:endParaRPr b="1"/>
                    </a:p>
                    <a:p>
                      <a:pPr marL="0" lvl="0" indent="0" algn="l" rtl="0">
                        <a:spcBef>
                          <a:spcPts val="0"/>
                        </a:spcBef>
                        <a:spcAft>
                          <a:spcPts val="0"/>
                        </a:spcAft>
                        <a:buNone/>
                      </a:pPr>
                      <a:r>
                        <a:rPr lang="en-US" b="1"/>
                        <a:t>(μm²/min)</a:t>
                      </a:r>
                      <a:endParaRPr b="1"/>
                    </a:p>
                    <a:p>
                      <a:pPr marL="0" lvl="0" indent="0" algn="l" rtl="0">
                        <a:spcBef>
                          <a:spcPts val="0"/>
                        </a:spcBef>
                        <a:spcAft>
                          <a:spcPts val="0"/>
                        </a:spcAft>
                        <a:buNone/>
                      </a:pPr>
                      <a:endParaRPr b="1"/>
                    </a:p>
                  </a:txBody>
                  <a:tcPr marL="91425" marR="91425" marT="91425" marB="91425"/>
                </a:tc>
                <a:tc>
                  <a:txBody>
                    <a:bodyPr/>
                    <a:lstStyle/>
                    <a:p>
                      <a:pPr marL="0" lvl="0" indent="0" algn="l" rtl="0">
                        <a:spcBef>
                          <a:spcPts val="0"/>
                        </a:spcBef>
                        <a:spcAft>
                          <a:spcPts val="0"/>
                        </a:spcAft>
                        <a:buNone/>
                      </a:pPr>
                      <a:r>
                        <a:rPr lang="en-US" b="1"/>
                        <a:t>Decay Rate</a:t>
                      </a:r>
                      <a:endParaRPr b="1"/>
                    </a:p>
                    <a:p>
                      <a:pPr marL="0" lvl="0" indent="0" algn="l" rtl="0">
                        <a:spcBef>
                          <a:spcPts val="0"/>
                        </a:spcBef>
                        <a:spcAft>
                          <a:spcPts val="0"/>
                        </a:spcAft>
                        <a:buNone/>
                      </a:pPr>
                      <a:r>
                        <a:rPr lang="en-US" b="1"/>
                        <a:t>(/min)</a:t>
                      </a:r>
                      <a:endParaRPr b="1"/>
                    </a:p>
                    <a:p>
                      <a:pPr marL="0" lvl="0" indent="0" algn="l" rtl="0">
                        <a:spcBef>
                          <a:spcPts val="0"/>
                        </a:spcBef>
                        <a:spcAft>
                          <a:spcPts val="0"/>
                        </a:spcAft>
                        <a:buNone/>
                      </a:pPr>
                      <a:endParaRPr b="1"/>
                    </a:p>
                  </a:txBody>
                  <a:tcPr marL="91425" marR="91425" marT="91425" marB="91425"/>
                </a:tc>
                <a:tc>
                  <a:txBody>
                    <a:bodyPr/>
                    <a:lstStyle/>
                    <a:p>
                      <a:pPr marL="0" lvl="0" indent="0" algn="l" rtl="0">
                        <a:spcBef>
                          <a:spcPts val="0"/>
                        </a:spcBef>
                        <a:spcAft>
                          <a:spcPts val="0"/>
                        </a:spcAft>
                        <a:buNone/>
                      </a:pPr>
                      <a:r>
                        <a:rPr lang="en-US" b="1"/>
                        <a:t>Boundary Condition</a:t>
                      </a:r>
                      <a:endParaRPr b="1"/>
                    </a:p>
                  </a:txBody>
                  <a:tcPr marL="91425" marR="91425" marT="91425" marB="91425"/>
                </a:tc>
                <a:tc>
                  <a:txBody>
                    <a:bodyPr/>
                    <a:lstStyle/>
                    <a:p>
                      <a:pPr marL="0" lvl="0" indent="0" algn="l" rtl="0">
                        <a:spcBef>
                          <a:spcPts val="0"/>
                        </a:spcBef>
                        <a:spcAft>
                          <a:spcPts val="0"/>
                        </a:spcAft>
                        <a:buNone/>
                      </a:pPr>
                      <a:r>
                        <a:rPr lang="en-US" b="1"/>
                        <a:t>Special Behavior</a:t>
                      </a:r>
                      <a:endParaRPr b="1"/>
                    </a:p>
                  </a:txBody>
                  <a:tcPr marL="91425" marR="91425" marT="91425" marB="91425"/>
                </a:tc>
                <a:extLst>
                  <a:ext uri="{0D108BD9-81ED-4DB2-BD59-A6C34878D82A}">
                    <a16:rowId xmlns:a16="http://schemas.microsoft.com/office/drawing/2014/main" val="10000"/>
                  </a:ext>
                </a:extLst>
              </a:tr>
              <a:tr h="1066800">
                <a:tc>
                  <a:txBody>
                    <a:bodyPr/>
                    <a:lstStyle/>
                    <a:p>
                      <a:pPr marL="0" lvl="0" indent="0" algn="l" rtl="0">
                        <a:spcBef>
                          <a:spcPts val="0"/>
                        </a:spcBef>
                        <a:spcAft>
                          <a:spcPts val="0"/>
                        </a:spcAft>
                        <a:buNone/>
                      </a:pPr>
                      <a:r>
                        <a:rPr lang="en-US" b="1"/>
                        <a:t>Oxygen (O₂)</a:t>
                      </a:r>
                      <a:endParaRPr b="1"/>
                    </a:p>
                  </a:txBody>
                  <a:tcPr marL="91425" marR="91425" marT="91425" marB="91425"/>
                </a:tc>
                <a:tc>
                  <a:txBody>
                    <a:bodyPr/>
                    <a:lstStyle/>
                    <a:p>
                      <a:pPr marL="0" lvl="0" indent="0" algn="l" rtl="0">
                        <a:spcBef>
                          <a:spcPts val="0"/>
                        </a:spcBef>
                        <a:spcAft>
                          <a:spcPts val="0"/>
                        </a:spcAft>
                        <a:buNone/>
                      </a:pPr>
                      <a:r>
                        <a:rPr lang="en-US"/>
                        <a:t>Supports viability</a:t>
                      </a:r>
                      <a:endParaRPr/>
                    </a:p>
                  </a:txBody>
                  <a:tcPr marL="91425" marR="91425" marT="91425" marB="91425"/>
                </a:tc>
                <a:tc>
                  <a:txBody>
                    <a:bodyPr/>
                    <a:lstStyle/>
                    <a:p>
                      <a:pPr marL="0" lvl="0" indent="0" algn="l" rtl="0">
                        <a:spcBef>
                          <a:spcPts val="0"/>
                        </a:spcBef>
                        <a:spcAft>
                          <a:spcPts val="0"/>
                        </a:spcAft>
                        <a:buNone/>
                      </a:pPr>
                      <a:r>
                        <a:rPr lang="en-US"/>
                        <a:t>1×10⁵</a:t>
                      </a:r>
                      <a:endParaRPr/>
                    </a:p>
                  </a:txBody>
                  <a:tcPr marL="91425" marR="91425" marT="91425" marB="91425"/>
                </a:tc>
                <a:tc>
                  <a:txBody>
                    <a:bodyPr/>
                    <a:lstStyle/>
                    <a:p>
                      <a:pPr marL="0" lvl="0" indent="0" algn="l" rtl="0">
                        <a:spcBef>
                          <a:spcPts val="0"/>
                        </a:spcBef>
                        <a:spcAft>
                          <a:spcPts val="0"/>
                        </a:spcAft>
                        <a:buNone/>
                      </a:pPr>
                      <a:r>
                        <a:rPr lang="en-US"/>
                        <a:t>0.1</a:t>
                      </a:r>
                      <a:endParaRPr/>
                    </a:p>
                  </a:txBody>
                  <a:tcPr marL="91425" marR="91425" marT="91425" marB="91425"/>
                </a:tc>
                <a:tc>
                  <a:txBody>
                    <a:bodyPr/>
                    <a:lstStyle/>
                    <a:p>
                      <a:pPr marL="0" lvl="0" indent="0" algn="l" rtl="0">
                        <a:spcBef>
                          <a:spcPts val="0"/>
                        </a:spcBef>
                        <a:spcAft>
                          <a:spcPts val="0"/>
                        </a:spcAft>
                        <a:buNone/>
                      </a:pPr>
                      <a:r>
                        <a:rPr lang="en-US"/>
                        <a:t>Constant Dirichlet</a:t>
                      </a:r>
                      <a:endParaRPr/>
                    </a:p>
                  </a:txBody>
                  <a:tcPr marL="91425" marR="91425" marT="91425" marB="91425"/>
                </a:tc>
                <a:tc>
                  <a:txBody>
                    <a:bodyPr/>
                    <a:lstStyle/>
                    <a:p>
                      <a:pPr marL="0" lvl="0" indent="0" algn="l" rtl="0">
                        <a:spcBef>
                          <a:spcPts val="0"/>
                        </a:spcBef>
                        <a:spcAft>
                          <a:spcPts val="0"/>
                        </a:spcAft>
                        <a:buNone/>
                      </a:pPr>
                      <a:r>
                        <a:rPr lang="en-US"/>
                        <a:t>Hypoxia triggers necrosis</a:t>
                      </a:r>
                      <a:endParaRPr/>
                    </a:p>
                  </a:txBody>
                  <a:tcPr marL="91425" marR="91425" marT="91425" marB="91425"/>
                </a:tc>
                <a:extLst>
                  <a:ext uri="{0D108BD9-81ED-4DB2-BD59-A6C34878D82A}">
                    <a16:rowId xmlns:a16="http://schemas.microsoft.com/office/drawing/2014/main" val="10001"/>
                  </a:ext>
                </a:extLst>
              </a:tr>
              <a:tr h="1066800">
                <a:tc>
                  <a:txBody>
                    <a:bodyPr/>
                    <a:lstStyle/>
                    <a:p>
                      <a:pPr marL="0" lvl="0" indent="0" algn="l" rtl="0">
                        <a:spcBef>
                          <a:spcPts val="0"/>
                        </a:spcBef>
                        <a:spcAft>
                          <a:spcPts val="0"/>
                        </a:spcAft>
                        <a:buNone/>
                      </a:pPr>
                      <a:r>
                        <a:rPr lang="en-US" b="1"/>
                        <a:t>Nanoparticle (NP1)</a:t>
                      </a:r>
                      <a:endParaRPr b="1"/>
                    </a:p>
                  </a:txBody>
                  <a:tcPr marL="91425" marR="91425" marT="91425" marB="91425"/>
                </a:tc>
                <a:tc>
                  <a:txBody>
                    <a:bodyPr/>
                    <a:lstStyle/>
                    <a:p>
                      <a:pPr marL="0" lvl="0" indent="0" algn="l" rtl="0">
                        <a:spcBef>
                          <a:spcPts val="0"/>
                        </a:spcBef>
                        <a:spcAft>
                          <a:spcPts val="0"/>
                        </a:spcAft>
                        <a:buNone/>
                      </a:pPr>
                      <a:r>
                        <a:rPr lang="en-US"/>
                        <a:t>Triggers apoptosis</a:t>
                      </a:r>
                      <a:endParaRPr/>
                    </a:p>
                  </a:txBody>
                  <a:tcPr marL="91425" marR="91425" marT="91425" marB="91425"/>
                </a:tc>
                <a:tc>
                  <a:txBody>
                    <a:bodyPr/>
                    <a:lstStyle/>
                    <a:p>
                      <a:pPr marL="0" lvl="0" indent="0" algn="l" rtl="0">
                        <a:spcBef>
                          <a:spcPts val="0"/>
                        </a:spcBef>
                        <a:spcAft>
                          <a:spcPts val="0"/>
                        </a:spcAft>
                        <a:buNone/>
                      </a:pPr>
                      <a:r>
                        <a:rPr lang="en-US"/>
                        <a:t>1×10³</a:t>
                      </a:r>
                      <a:endParaRPr/>
                    </a:p>
                  </a:txBody>
                  <a:tcPr marL="91425" marR="91425" marT="91425" marB="91425"/>
                </a:tc>
                <a:tc>
                  <a:txBody>
                    <a:bodyPr/>
                    <a:lstStyle/>
                    <a:p>
                      <a:pPr marL="0" lvl="0" indent="0" algn="l" rtl="0">
                        <a:spcBef>
                          <a:spcPts val="0"/>
                        </a:spcBef>
                        <a:spcAft>
                          <a:spcPts val="0"/>
                        </a:spcAft>
                        <a:buNone/>
                      </a:pPr>
                      <a:r>
                        <a:rPr lang="en-US"/>
                        <a:t>0.001</a:t>
                      </a:r>
                      <a:endParaRPr/>
                    </a:p>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en-US"/>
                        <a:t>Dirichlet during therapy events</a:t>
                      </a:r>
                      <a:endParaRPr/>
                    </a:p>
                  </a:txBody>
                  <a:tcPr marL="91425" marR="91425" marT="91425" marB="91425"/>
                </a:tc>
                <a:tc>
                  <a:txBody>
                    <a:bodyPr/>
                    <a:lstStyle/>
                    <a:p>
                      <a:pPr marL="0" lvl="0" indent="0" algn="l" rtl="0">
                        <a:spcBef>
                          <a:spcPts val="0"/>
                        </a:spcBef>
                        <a:spcAft>
                          <a:spcPts val="0"/>
                        </a:spcAft>
                        <a:buNone/>
                      </a:pPr>
                      <a:r>
                        <a:rPr lang="en-US"/>
                        <a:t>Internalization drives apoptosis</a:t>
                      </a:r>
                      <a:endParaRPr/>
                    </a:p>
                  </a:txBody>
                  <a:tcPr marL="91425" marR="91425" marT="91425" marB="91425"/>
                </a:tc>
                <a:extLst>
                  <a:ext uri="{0D108BD9-81ED-4DB2-BD59-A6C34878D82A}">
                    <a16:rowId xmlns:a16="http://schemas.microsoft.com/office/drawing/2014/main" val="10002"/>
                  </a:ext>
                </a:extLst>
              </a:tr>
            </a:tbl>
          </a:graphicData>
        </a:graphic>
      </p:graphicFrame>
      <p:pic>
        <p:nvPicPr>
          <p:cNvPr id="105" name="Google Shape;105;p15"/>
          <p:cNvPicPr preferRelativeResize="0"/>
          <p:nvPr/>
        </p:nvPicPr>
        <p:blipFill rotWithShape="1">
          <a:blip r:embed="rId3">
            <a:alphaModFix/>
          </a:blip>
          <a:srcRect t="6942" b="5506"/>
          <a:stretch/>
        </p:blipFill>
        <p:spPr>
          <a:xfrm>
            <a:off x="18101663" y="9131850"/>
            <a:ext cx="5317333" cy="2467000"/>
          </a:xfrm>
          <a:prstGeom prst="rect">
            <a:avLst/>
          </a:prstGeom>
          <a:noFill/>
          <a:ln>
            <a:noFill/>
          </a:ln>
        </p:spPr>
      </p:pic>
      <p:pic>
        <p:nvPicPr>
          <p:cNvPr id="106" name="Google Shape;106;p15"/>
          <p:cNvPicPr preferRelativeResize="0"/>
          <p:nvPr/>
        </p:nvPicPr>
        <p:blipFill rotWithShape="1">
          <a:blip r:embed="rId4">
            <a:alphaModFix/>
          </a:blip>
          <a:srcRect r="6340"/>
          <a:stretch/>
        </p:blipFill>
        <p:spPr>
          <a:xfrm>
            <a:off x="18442173" y="16283987"/>
            <a:ext cx="4636302" cy="2466987"/>
          </a:xfrm>
          <a:prstGeom prst="rect">
            <a:avLst/>
          </a:prstGeom>
          <a:noFill/>
          <a:ln>
            <a:noFill/>
          </a:ln>
        </p:spPr>
      </p:pic>
      <p:pic>
        <p:nvPicPr>
          <p:cNvPr id="107" name="Google Shape;107;p15" title="output (23).png"/>
          <p:cNvPicPr preferRelativeResize="0"/>
          <p:nvPr/>
        </p:nvPicPr>
        <p:blipFill>
          <a:blip r:embed="rId5">
            <a:alphaModFix/>
          </a:blip>
          <a:stretch>
            <a:fillRect/>
          </a:stretch>
        </p:blipFill>
        <p:spPr>
          <a:xfrm>
            <a:off x="18442176" y="12667600"/>
            <a:ext cx="4636301" cy="2554012"/>
          </a:xfrm>
          <a:prstGeom prst="rect">
            <a:avLst/>
          </a:prstGeom>
          <a:noFill/>
          <a:ln>
            <a:noFill/>
          </a:ln>
        </p:spPr>
      </p:pic>
      <p:pic>
        <p:nvPicPr>
          <p:cNvPr id="108" name="Google Shape;108;p15"/>
          <p:cNvPicPr preferRelativeResize="0"/>
          <p:nvPr/>
        </p:nvPicPr>
        <p:blipFill rotWithShape="1">
          <a:blip r:embed="rId6">
            <a:alphaModFix/>
          </a:blip>
          <a:srcRect r="1166" b="1477"/>
          <a:stretch/>
        </p:blipFill>
        <p:spPr>
          <a:xfrm>
            <a:off x="16899400" y="5365750"/>
            <a:ext cx="7257749" cy="3435550"/>
          </a:xfrm>
          <a:prstGeom prst="rect">
            <a:avLst/>
          </a:prstGeom>
          <a:noFill/>
          <a:ln>
            <a:noFill/>
          </a:ln>
        </p:spPr>
      </p:pic>
      <p:sp>
        <p:nvSpPr>
          <p:cNvPr id="109" name="Google Shape;109;p15"/>
          <p:cNvSpPr txBox="1"/>
          <p:nvPr/>
        </p:nvSpPr>
        <p:spPr>
          <a:xfrm>
            <a:off x="17651275" y="11676025"/>
            <a:ext cx="6218100" cy="91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100" b="1">
                <a:solidFill>
                  <a:schemeClr val="dk1"/>
                </a:solidFill>
              </a:rPr>
              <a:t>Metronomic Therapy</a:t>
            </a:r>
            <a:r>
              <a:rPr lang="en-US" sz="1100">
                <a:solidFill>
                  <a:schemeClr val="dk1"/>
                </a:solidFill>
              </a:rPr>
              <a:t> maintained the </a:t>
            </a:r>
            <a:r>
              <a:rPr lang="en-US" sz="1100" b="1">
                <a:solidFill>
                  <a:schemeClr val="dk1"/>
                </a:solidFill>
              </a:rPr>
              <a:t>lowest final tumor burden</a:t>
            </a:r>
            <a:r>
              <a:rPr lang="en-US" sz="1100">
                <a:solidFill>
                  <a:schemeClr val="dk1"/>
                </a:solidFill>
              </a:rPr>
              <a:t>, with minimal regrowth.</a:t>
            </a:r>
            <a:endParaRPr sz="1100">
              <a:solidFill>
                <a:schemeClr val="dk1"/>
              </a:solidFill>
            </a:endParaRPr>
          </a:p>
          <a:p>
            <a:pPr marL="0" lvl="0" indent="0" algn="l" rtl="0">
              <a:spcBef>
                <a:spcPts val="0"/>
              </a:spcBef>
              <a:spcAft>
                <a:spcPts val="0"/>
              </a:spcAft>
              <a:buNone/>
            </a:pPr>
            <a:r>
              <a:rPr lang="en-US" sz="1100" b="1">
                <a:solidFill>
                  <a:schemeClr val="dk1"/>
                </a:solidFill>
              </a:rPr>
              <a:t>Adaptive Therapy</a:t>
            </a:r>
            <a:r>
              <a:rPr lang="en-US" sz="1100">
                <a:solidFill>
                  <a:schemeClr val="dk1"/>
                </a:solidFill>
              </a:rPr>
              <a:t> began with the largest tumor and showed the greatest </a:t>
            </a:r>
            <a:r>
              <a:rPr lang="en-US" sz="1100" b="1">
                <a:solidFill>
                  <a:schemeClr val="dk1"/>
                </a:solidFill>
              </a:rPr>
              <a:t>percentage reduction</a:t>
            </a:r>
            <a:r>
              <a:rPr lang="en-US" sz="1100">
                <a:solidFill>
                  <a:schemeClr val="dk1"/>
                </a:solidFill>
              </a:rPr>
              <a:t>, but stabilized at a higher final size.</a:t>
            </a:r>
            <a:endParaRPr sz="1300">
              <a:solidFill>
                <a:schemeClr val="dk2"/>
              </a:solidFill>
            </a:endParaRPr>
          </a:p>
        </p:txBody>
      </p:sp>
      <p:sp>
        <p:nvSpPr>
          <p:cNvPr id="110" name="Google Shape;110;p15"/>
          <p:cNvSpPr txBox="1"/>
          <p:nvPr/>
        </p:nvSpPr>
        <p:spPr>
          <a:xfrm>
            <a:off x="17385925" y="15298775"/>
            <a:ext cx="67488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b="1">
                <a:solidFill>
                  <a:schemeClr val="dk2"/>
                </a:solidFill>
              </a:rPr>
              <a:t>Figure 2 </a:t>
            </a:r>
            <a:r>
              <a:rPr lang="en-US" sz="1300">
                <a:solidFill>
                  <a:schemeClr val="dk2"/>
                </a:solidFill>
              </a:rPr>
              <a:t>ranks therapies by effectiveness (lower = better), with metronomic therapy best at tumor killing, adaptive therapy maintaining excellent control with a stable residual mass, baseline therapy yielding moderate suppression, and single high-dose therapy performing worst with significant regrowth after initial decline.</a:t>
            </a:r>
            <a:endParaRPr sz="1300">
              <a:solidFill>
                <a:schemeClr val="dk2"/>
              </a:solidFill>
            </a:endParaRPr>
          </a:p>
        </p:txBody>
      </p:sp>
      <p:sp>
        <p:nvSpPr>
          <p:cNvPr id="111" name="Google Shape;111;p15"/>
          <p:cNvSpPr txBox="1"/>
          <p:nvPr/>
        </p:nvSpPr>
        <p:spPr>
          <a:xfrm>
            <a:off x="17785075" y="18692825"/>
            <a:ext cx="59505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00">
                <a:solidFill>
                  <a:schemeClr val="dk2"/>
                </a:solidFill>
              </a:rPr>
              <a:t>As shown in </a:t>
            </a:r>
            <a:r>
              <a:rPr lang="en-US" sz="1300" b="1">
                <a:solidFill>
                  <a:schemeClr val="dk2"/>
                </a:solidFill>
              </a:rPr>
              <a:t>Figure 3</a:t>
            </a:r>
            <a:r>
              <a:rPr lang="en-US" sz="1300">
                <a:solidFill>
                  <a:schemeClr val="dk2"/>
                </a:solidFill>
              </a:rPr>
              <a:t>, metronomic therapy produced the lowest final tumor burden, followed by baseline therapy, whereas single high-dose and adaptive therapies left higher residual tumors.</a:t>
            </a:r>
            <a:endParaRPr sz="1300">
              <a:solidFill>
                <a:schemeClr val="dk2"/>
              </a:solidFill>
            </a:endParaRPr>
          </a:p>
        </p:txBody>
      </p:sp>
      <p:pic>
        <p:nvPicPr>
          <p:cNvPr id="112" name="Google Shape;112;p15" title="Screenshot 2025-04-30 at 9.27.44 PM.png"/>
          <p:cNvPicPr preferRelativeResize="0"/>
          <p:nvPr/>
        </p:nvPicPr>
        <p:blipFill>
          <a:blip r:embed="rId7">
            <a:alphaModFix/>
          </a:blip>
          <a:stretch>
            <a:fillRect/>
          </a:stretch>
        </p:blipFill>
        <p:spPr>
          <a:xfrm>
            <a:off x="0" y="19983900"/>
            <a:ext cx="32918401" cy="2016950"/>
          </a:xfrm>
          <a:prstGeom prst="rect">
            <a:avLst/>
          </a:prstGeom>
          <a:noFill/>
          <a:ln>
            <a:noFill/>
          </a:ln>
        </p:spPr>
      </p:pic>
      <p:sp>
        <p:nvSpPr>
          <p:cNvPr id="113" name="Google Shape;113;p15"/>
          <p:cNvSpPr txBox="1"/>
          <p:nvPr/>
        </p:nvSpPr>
        <p:spPr>
          <a:xfrm>
            <a:off x="17152075" y="4754875"/>
            <a:ext cx="6583500" cy="677100"/>
          </a:xfrm>
          <a:prstGeom prst="rect">
            <a:avLst/>
          </a:prstGeom>
          <a:solidFill>
            <a:schemeClr val="lt1"/>
          </a:solidFill>
          <a:ln w="76200" cap="flat" cmpd="sng">
            <a:solidFill>
              <a:schemeClr val="dk1"/>
            </a:solidFill>
            <a:prstDash val="solid"/>
            <a:round/>
            <a:headEnd type="none" w="sm" len="sm"/>
            <a:tailEnd type="none" w="sm" len="sm"/>
          </a:ln>
          <a:effectLst>
            <a:outerShdw blurRad="50800" dist="177800" dir="2700000" algn="tl" rotWithShape="0">
              <a:srgbClr val="000000">
                <a:alpha val="40000"/>
              </a:srgbClr>
            </a:outerShdw>
          </a:effectLst>
        </p:spPr>
        <p:txBody>
          <a:bodyPr spcFirstLastPara="1" wrap="square" lIns="91425" tIns="91425" rIns="91425" bIns="91425" anchor="t" anchorCtr="0">
            <a:noAutofit/>
          </a:bodyPr>
          <a:lstStyle/>
          <a:p>
            <a:pPr marL="0" lvl="0" indent="0" algn="l" rtl="0">
              <a:spcBef>
                <a:spcPts val="0"/>
              </a:spcBef>
              <a:spcAft>
                <a:spcPts val="0"/>
              </a:spcAft>
              <a:buNone/>
            </a:pPr>
            <a:r>
              <a:rPr lang="en-US" sz="3700">
                <a:solidFill>
                  <a:schemeClr val="dk2"/>
                </a:solidFill>
              </a:rPr>
              <a:t> </a:t>
            </a:r>
            <a:r>
              <a:rPr lang="en-US" sz="1200">
                <a:solidFill>
                  <a:schemeClr val="dk1"/>
                </a:solidFill>
              </a:rPr>
              <a:t>🔵 </a:t>
            </a:r>
            <a:r>
              <a:rPr lang="en-US" sz="1200" b="1">
                <a:solidFill>
                  <a:schemeClr val="dk1"/>
                </a:solidFill>
              </a:rPr>
              <a:t>Blue - Viable tumor cells    </a:t>
            </a:r>
            <a:r>
              <a:rPr lang="en-US" sz="1200">
                <a:solidFill>
                  <a:schemeClr val="dk1"/>
                </a:solidFill>
              </a:rPr>
              <a:t>🟠 </a:t>
            </a:r>
            <a:r>
              <a:rPr lang="en-US" sz="1200" b="1">
                <a:solidFill>
                  <a:schemeClr val="dk1"/>
                </a:solidFill>
              </a:rPr>
              <a:t>Orange/Brown - Drug-Stressed or Apoptotic Cell</a:t>
            </a:r>
            <a:endParaRPr sz="370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1124</Words>
  <Application>Microsoft Office PowerPoint</Application>
  <PresentationFormat>Custom</PresentationFormat>
  <Paragraphs>137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Simple Light</vt:lpstr>
      <vt:lpstr>        Cancer Nanoparticle Optimization Sanyukta Chapagain1, Emily Morley2, Evanka Amin3 and Professor Mary Loveless*,1 1,2,3, Indiana University, Bloomington, IN USA  *corresponding author: melovele@iu.edu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Sanyukta Chapagain</dc:creator>
  <cp:lastModifiedBy>Sanyukta Chapagain</cp:lastModifiedBy>
  <cp:revision>1</cp:revision>
  <dcterms:modified xsi:type="dcterms:W3CDTF">2025-05-01T15:16:50Z</dcterms:modified>
</cp:coreProperties>
</file>